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</p:sldIdLst>
  <p:sldSz cy="6858000" cx="12192000"/>
  <p:notesSz cx="6858000" cy="9144000"/>
  <p:embeddedFontLst>
    <p:embeddedFont>
      <p:font typeface="Poppins"/>
      <p:regular r:id="rId56"/>
      <p:bold r:id="rId57"/>
      <p:italic r:id="rId58"/>
      <p:boldItalic r:id="rId59"/>
    </p:embeddedFont>
    <p:embeddedFont>
      <p:font typeface="Poppins Light"/>
      <p:regular r:id="rId60"/>
      <p:bold r:id="rId61"/>
      <p:italic r:id="rId62"/>
      <p:boldItalic r:id="rId63"/>
    </p:embeddedFont>
    <p:embeddedFont>
      <p:font typeface="Poppins ExtraBold"/>
      <p:bold r:id="rId64"/>
      <p:boldItalic r:id="rId65"/>
    </p:embeddedFont>
    <p:embeddedFont>
      <p:font typeface="Homemade Apple"/>
      <p:regular r:id="rId6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747775"/>
          </p15:clr>
        </p15:guide>
        <p15:guide id="2" pos="384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PoppinsLight-italic.fntdata"/><Relationship Id="rId61" Type="http://schemas.openxmlformats.org/officeDocument/2006/relationships/font" Target="fonts/PoppinsLight-bold.fntdata"/><Relationship Id="rId20" Type="http://schemas.openxmlformats.org/officeDocument/2006/relationships/slide" Target="slides/slide15.xml"/><Relationship Id="rId64" Type="http://schemas.openxmlformats.org/officeDocument/2006/relationships/font" Target="fonts/PoppinsExtraBold-bold.fntdata"/><Relationship Id="rId63" Type="http://schemas.openxmlformats.org/officeDocument/2006/relationships/font" Target="fonts/PoppinsLight-boldItalic.fntdata"/><Relationship Id="rId22" Type="http://schemas.openxmlformats.org/officeDocument/2006/relationships/slide" Target="slides/slide17.xml"/><Relationship Id="rId66" Type="http://schemas.openxmlformats.org/officeDocument/2006/relationships/font" Target="fonts/HomemadeApple-regular.fntdata"/><Relationship Id="rId21" Type="http://schemas.openxmlformats.org/officeDocument/2006/relationships/slide" Target="slides/slide16.xml"/><Relationship Id="rId65" Type="http://schemas.openxmlformats.org/officeDocument/2006/relationships/font" Target="fonts/PoppinsExtraBold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PoppinsLight-regular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font" Target="fonts/Poppins-bold.fntdata"/><Relationship Id="rId12" Type="http://schemas.openxmlformats.org/officeDocument/2006/relationships/slide" Target="slides/slide7.xml"/><Relationship Id="rId56" Type="http://schemas.openxmlformats.org/officeDocument/2006/relationships/font" Target="fonts/Poppins-regular.fntdata"/><Relationship Id="rId15" Type="http://schemas.openxmlformats.org/officeDocument/2006/relationships/slide" Target="slides/slide10.xml"/><Relationship Id="rId59" Type="http://schemas.openxmlformats.org/officeDocument/2006/relationships/font" Target="fonts/Poppins-boldItalic.fntdata"/><Relationship Id="rId14" Type="http://schemas.openxmlformats.org/officeDocument/2006/relationships/slide" Target="slides/slide9.xml"/><Relationship Id="rId58" Type="http://schemas.openxmlformats.org/officeDocument/2006/relationships/font" Target="fonts/Poppins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Charles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1eb205fd2b6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1eb205fd2b6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Charles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1eb2014fdb4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1eb2014fdb4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Charles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1eb2014fdb4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1eb2014fdb4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Yohan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2fa64f7c24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2fa64f7c24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Yohan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So Catheters and tubes are essentially medical devices used in various medical procedures to perform functions such as removing fluids or delivering medication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Depending on the type they can be inserted into a large vein, the stomach or the space between your lungs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Medical issues can occur due to malpositioned lines/tubes in patients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Probability of human error goes up when hospital capacity for that treatment goes up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2fa64f7c24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2fa64f7c24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Yohan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of the benefits include reducing human error, early </a:t>
            </a:r>
            <a:r>
              <a:rPr lang="en"/>
              <a:t>detection</a:t>
            </a:r>
            <a:r>
              <a:rPr lang="en"/>
              <a:t> of </a:t>
            </a:r>
            <a:r>
              <a:rPr lang="en"/>
              <a:t>misplaced</a:t>
            </a:r>
            <a:r>
              <a:rPr lang="en"/>
              <a:t> </a:t>
            </a:r>
            <a:r>
              <a:rPr lang="en"/>
              <a:t>catheters</a:t>
            </a:r>
            <a:r>
              <a:rPr lang="en"/>
              <a:t> and faster decision making, which could be </a:t>
            </a:r>
            <a:r>
              <a:rPr lang="en"/>
              <a:t>crucial</a:t>
            </a:r>
            <a:r>
              <a:rPr lang="en"/>
              <a:t> depending on the situation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successful model would likely lead to greater adoption of AI-based tools in radiology and diagnostic processes. Clinicians may increasingly rely on machine learning models to assist with interpreting medical images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AI tools influence patient outcomes, legal frameworks may need to evolve to address questions of liability. For example, if a misdiagnosis occurs due to an AI system’s error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2fa7ed168a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2fa7ed168a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yohan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Once a chest X-ray is taken, the image can be analyzed by a model trained to detect the position of catheter placements the type of catheter and identifying any mispositioned tubes within seconds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a more general standpoint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can take up to 3 or more hours for</a:t>
            </a:r>
            <a:r>
              <a:rPr lang="en"/>
              <a:t> just for an X-ray result for a broken bone. With automated systems powered by deep learning models, this process can become much effecient. Once the X-ray is taken, it can be run through a trained model that could classify if it serious or not, thus cutting costs by reducing the need for staff as well and patients get their results faster.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2fa64f7c24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2fa64f7c24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Charles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2fa64cbcca1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2fa64cbcca1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Byron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2fa7ed168aa_3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2fa7ed168aa_3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2fa7ed168aa_3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2fa7ed168aa_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Byron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2fa7ed168aa_3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" name="Google Shape;603;g2fa7ed168aa_3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Byron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2fa7ed168aa_3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0" name="Google Shape;610;g2fa7ed168aa_3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byron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2fa7ed168aa_3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2fa7ed168aa_3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byron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2fa7ed168aa_3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4" name="Google Shape;624;g2fa7ed168aa_3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byron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2fa7ed168aa_3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2fa7ed168aa_3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byron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2fa7ed168aa_3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2fa7ed168aa_3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byron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2fa7ed168aa_3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2fa7ed168aa_3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byron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2fa7ed168aa_3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2fa7ed168aa_3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byron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2fa7ed168aa_3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2fa7ed168aa_3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byron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2fa7ed168aa_3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6" name="Google Shape;666;g2fa7ed168aa_3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byron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2fa7ed168aa_3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g2fa7ed168aa_3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Aden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2fa7ed168aa_3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2fa7ed168aa_3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2fa64cbcca1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2fa64cbcca1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Nic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2fa7d2ace2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g2fa7d2ace2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Nic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Talk about one of the percentages, what malpositioned even means in this context (abnormal, borderline, </a:t>
            </a:r>
            <a:r>
              <a:rPr lang="en"/>
              <a:t>incompletely imaged</a:t>
            </a:r>
            <a:r>
              <a:rPr lang="en"/>
              <a:t>)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2fa7ed168aa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1" name="Google Shape;701;g2fa7ed168aa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 are many patients with several recorded observations / studies. Nearly 90% of patients have more than one observation. 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2fa7d2ace20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g2fa7d2ace20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Nic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When checking the distribution of Catheters, CVC-normal has the highest frequency of over 20 thousand, which is why we chose to classify this first in our model. 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2fa7ed168aa_5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g2fa7ed168aa_5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Catheter tips - end </a:t>
            </a:r>
            <a:r>
              <a:rPr lang="en"/>
              <a:t>points of catheters location are represented in the density plot, where most of the tips are concentrated in the central darker region.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likely corresponds to CVC-normal since the dataset consists of 70% of that, while the lighter shades represent areas with less tips, which corresponds to malpositioned CVCs or other catheters. 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2fa64cbcca1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2fa64cbcca1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Jae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30b03de3630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8" name="Google Shape;728;g30b03de3630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Jae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30b03de3630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4" name="Google Shape;734;g30b03de3630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Jae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2fa6ae98c0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" name="Google Shape;741;g2fa6ae98c0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Aden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2fa6ae98c0a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9" name="Google Shape;749;g2fa6ae98c0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Aden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2fa6ae98c0a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2fa6ae98c0a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Aden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2fa7ed168aa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2" name="Google Shape;772;g2fa7ed168aa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Aden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2fa7ed168aa_2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g2fa7ed168aa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Aden</a:t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2fa86033e8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1" name="Google Shape;791;g2fa86033e8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Aden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30b03de3630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9" name="Google Shape;799;g30b03de3630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Jae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30b03de3630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8" name="Google Shape;808;g30b03de3630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Jae</a:t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g30b03de3630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6" name="Google Shape;816;g30b03de3630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Jae</a:t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30b03de3630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4" name="Google Shape;824;g30b03de3630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Jae</a:t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30b03de3630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3" name="Google Shape;833;g30b03de3630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Jae</a:t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30b03de3630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1" name="Google Shape;841;g30b03de3630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Fluid or fat built up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2fa7d2ace2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2fa7d2ace2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Avish</a:t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0ba8f1b2c9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7" name="Google Shape;857;g30ba8f1b2c9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2fa64cbcca1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2" name="Google Shape;862;g2fa64cbcca1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2fa7ed168a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2fa7ed168a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avish</a:t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30ba8f1b2c9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4" name="Google Shape;874;g30ba8f1b2c9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2fa7ed168aa_3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0" name="Google Shape;880;g2fa7ed168aa_3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1eb205fd2b6_0_7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1eb205fd2b6_0_7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slidesmania.com/questions-powerpoint-google-slides/can-i-use-these-templates/" TargetMode="External"/><Relationship Id="rId3" Type="http://schemas.openxmlformats.org/officeDocument/2006/relationships/hyperlink" Target="https://www.facebook.com/SlidesManiaSM/" TargetMode="External"/><Relationship Id="rId4" Type="http://schemas.openxmlformats.org/officeDocument/2006/relationships/image" Target="../media/image3.png"/><Relationship Id="rId11" Type="http://schemas.openxmlformats.org/officeDocument/2006/relationships/image" Target="../media/image1.png"/><Relationship Id="rId10" Type="http://schemas.openxmlformats.org/officeDocument/2006/relationships/image" Target="../media/image5.png"/><Relationship Id="rId9" Type="http://schemas.openxmlformats.org/officeDocument/2006/relationships/hyperlink" Target="https://www.instagram.com/slidesmania/" TargetMode="External"/><Relationship Id="rId5" Type="http://schemas.openxmlformats.org/officeDocument/2006/relationships/hyperlink" Target="https://twitter.com/SlidesManiaSM/" TargetMode="External"/><Relationship Id="rId6" Type="http://schemas.openxmlformats.org/officeDocument/2006/relationships/image" Target="../media/image2.png"/><Relationship Id="rId7" Type="http://schemas.openxmlformats.org/officeDocument/2006/relationships/hyperlink" Target="https://www.pinterest.com/slidesmania/" TargetMode="External"/><Relationship Id="rId8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9385913" y="516570"/>
            <a:ext cx="1752680" cy="1752686"/>
          </a:xfrm>
          <a:custGeom>
            <a:rect b="b" l="l" r="r" t="t"/>
            <a:pathLst>
              <a:path extrusionOk="0" h="1291113" w="1291109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8185118" y="1780818"/>
            <a:ext cx="2597891" cy="2597879"/>
            <a:chOff x="4616075" y="1332525"/>
            <a:chExt cx="1915566" cy="1881022"/>
          </a:xfrm>
        </p:grpSpPr>
        <p:sp>
          <p:nvSpPr>
            <p:cNvPr id="13" name="Google Shape;13;p2"/>
            <p:cNvSpPr/>
            <p:nvPr/>
          </p:nvSpPr>
          <p:spPr>
            <a:xfrm>
              <a:off x="4616077" y="1332525"/>
              <a:ext cx="1912253" cy="4048"/>
            </a:xfrm>
            <a:custGeom>
              <a:rect b="b" l="l" r="r" t="t"/>
              <a:pathLst>
                <a:path extrusionOk="0" h="4048" w="1912253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4616077" y="1645356"/>
              <a:ext cx="1912253" cy="4048"/>
            </a:xfrm>
            <a:custGeom>
              <a:rect b="b" l="l" r="r" t="t"/>
              <a:pathLst>
                <a:path extrusionOk="0" h="4048" w="1912253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4616077" y="1958183"/>
              <a:ext cx="1912253" cy="4048"/>
            </a:xfrm>
            <a:custGeom>
              <a:rect b="b" l="l" r="r" t="t"/>
              <a:pathLst>
                <a:path extrusionOk="0" h="4048" w="1912253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616077" y="2271014"/>
              <a:ext cx="1912253" cy="4048"/>
            </a:xfrm>
            <a:custGeom>
              <a:rect b="b" l="l" r="r" t="t"/>
              <a:pathLst>
                <a:path extrusionOk="0" h="4048" w="1912253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4616077" y="2583841"/>
              <a:ext cx="1912253" cy="4048"/>
            </a:xfrm>
            <a:custGeom>
              <a:rect b="b" l="l" r="r" t="t"/>
              <a:pathLst>
                <a:path extrusionOk="0" h="4048" w="1912253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4616077" y="2896672"/>
              <a:ext cx="1912253" cy="4048"/>
            </a:xfrm>
            <a:custGeom>
              <a:rect b="b" l="l" r="r" t="t"/>
              <a:pathLst>
                <a:path extrusionOk="0" h="4048" w="1912253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4616077" y="3209499"/>
              <a:ext cx="1912253" cy="4048"/>
            </a:xfrm>
            <a:custGeom>
              <a:rect b="b" l="l" r="r" t="t"/>
              <a:pathLst>
                <a:path extrusionOk="0" h="4048" w="1912253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4616075" y="1332525"/>
              <a:ext cx="4048" cy="1876973"/>
            </a:xfrm>
            <a:custGeom>
              <a:rect b="b" l="l" r="r" t="t"/>
              <a:pathLst>
                <a:path extrusionOk="0" h="1876973" w="4048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4941627" y="1332525"/>
              <a:ext cx="4048" cy="1876973"/>
            </a:xfrm>
            <a:custGeom>
              <a:rect b="b" l="l" r="r" t="t"/>
              <a:pathLst>
                <a:path extrusionOk="0" h="1876973" w="4048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5256733" y="1332525"/>
              <a:ext cx="4048" cy="1876973"/>
            </a:xfrm>
            <a:custGeom>
              <a:rect b="b" l="l" r="r" t="t"/>
              <a:pathLst>
                <a:path extrusionOk="0" h="1876973" w="4048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5571839" y="1332525"/>
              <a:ext cx="4048" cy="1876973"/>
            </a:xfrm>
            <a:custGeom>
              <a:rect b="b" l="l" r="r" t="t"/>
              <a:pathLst>
                <a:path extrusionOk="0" h="1876973" w="4048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5886945" y="1332525"/>
              <a:ext cx="4048" cy="1876973"/>
            </a:xfrm>
            <a:custGeom>
              <a:rect b="b" l="l" r="r" t="t"/>
              <a:pathLst>
                <a:path extrusionOk="0" h="1876973" w="4048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202051" y="1332525"/>
              <a:ext cx="4048" cy="1876973"/>
            </a:xfrm>
            <a:custGeom>
              <a:rect b="b" l="l" r="r" t="t"/>
              <a:pathLst>
                <a:path extrusionOk="0" h="1876973" w="4048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6527594" y="1332525"/>
              <a:ext cx="4048" cy="1876973"/>
            </a:xfrm>
            <a:custGeom>
              <a:rect b="b" l="l" r="r" t="t"/>
              <a:pathLst>
                <a:path extrusionOk="0" h="1876973" w="4048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" name="Google Shape;27;p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8" name="Google Shape;28;p2"/>
          <p:cNvGrpSpPr/>
          <p:nvPr/>
        </p:nvGrpSpPr>
        <p:grpSpPr>
          <a:xfrm>
            <a:off x="7971533" y="1305991"/>
            <a:ext cx="891613" cy="650098"/>
            <a:chOff x="4468725" y="937901"/>
            <a:chExt cx="656322" cy="478541"/>
          </a:xfrm>
        </p:grpSpPr>
        <p:sp>
          <p:nvSpPr>
            <p:cNvPr id="29" name="Google Shape;29;p2"/>
            <p:cNvSpPr/>
            <p:nvPr/>
          </p:nvSpPr>
          <p:spPr>
            <a:xfrm>
              <a:off x="4469534" y="937901"/>
              <a:ext cx="655513" cy="397461"/>
            </a:xfrm>
            <a:custGeom>
              <a:rect b="b" l="l" r="r" t="t"/>
              <a:pathLst>
                <a:path extrusionOk="0" h="397461" w="655513">
                  <a:moveTo>
                    <a:pt x="446589" y="397461"/>
                  </a:moveTo>
                  <a:lnTo>
                    <a:pt x="59831" y="253036"/>
                  </a:lnTo>
                  <a:lnTo>
                    <a:pt x="0" y="152311"/>
                  </a:lnTo>
                  <a:lnTo>
                    <a:pt x="261347" y="0"/>
                  </a:lnTo>
                  <a:lnTo>
                    <a:pt x="655513" y="159184"/>
                  </a:lnTo>
                  <a:lnTo>
                    <a:pt x="446589" y="39746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4468725" y="1087913"/>
              <a:ext cx="468570" cy="328529"/>
            </a:xfrm>
            <a:custGeom>
              <a:rect b="b" l="l" r="r" t="t"/>
              <a:pathLst>
                <a:path extrusionOk="0" h="328529" w="468570">
                  <a:moveTo>
                    <a:pt x="69587" y="164066"/>
                  </a:moveTo>
                  <a:lnTo>
                    <a:pt x="0" y="0"/>
                  </a:lnTo>
                  <a:lnTo>
                    <a:pt x="468570" y="201929"/>
                  </a:lnTo>
                  <a:lnTo>
                    <a:pt x="427927" y="328530"/>
                  </a:lnTo>
                  <a:lnTo>
                    <a:pt x="69587" y="16406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4859530" y="1097086"/>
              <a:ext cx="265516" cy="319356"/>
            </a:xfrm>
            <a:custGeom>
              <a:rect b="b" l="l" r="r" t="t"/>
              <a:pathLst>
                <a:path extrusionOk="0" h="319356" w="265516">
                  <a:moveTo>
                    <a:pt x="0" y="158537"/>
                  </a:moveTo>
                  <a:lnTo>
                    <a:pt x="265517" y="0"/>
                  </a:lnTo>
                  <a:lnTo>
                    <a:pt x="253777" y="267958"/>
                  </a:lnTo>
                  <a:lnTo>
                    <a:pt x="37121" y="319357"/>
                  </a:lnTo>
                  <a:lnTo>
                    <a:pt x="0" y="15853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" name="Google Shape;32;p2"/>
          <p:cNvGrpSpPr/>
          <p:nvPr/>
        </p:nvGrpSpPr>
        <p:grpSpPr>
          <a:xfrm>
            <a:off x="10945151" y="3433043"/>
            <a:ext cx="712775" cy="873752"/>
            <a:chOff x="6197557" y="3002680"/>
            <a:chExt cx="524678" cy="643174"/>
          </a:xfrm>
        </p:grpSpPr>
        <p:sp>
          <p:nvSpPr>
            <p:cNvPr id="33" name="Google Shape;33;p2"/>
            <p:cNvSpPr/>
            <p:nvPr/>
          </p:nvSpPr>
          <p:spPr>
            <a:xfrm>
              <a:off x="6248807" y="3002680"/>
              <a:ext cx="473428" cy="502222"/>
            </a:xfrm>
            <a:custGeom>
              <a:rect b="b" l="l" r="r" t="t"/>
              <a:pathLst>
                <a:path extrusionOk="0" h="502222" w="473428">
                  <a:moveTo>
                    <a:pt x="0" y="0"/>
                  </a:moveTo>
                  <a:lnTo>
                    <a:pt x="105089" y="324348"/>
                  </a:lnTo>
                  <a:lnTo>
                    <a:pt x="335549" y="502223"/>
                  </a:lnTo>
                  <a:lnTo>
                    <a:pt x="473428" y="454204"/>
                  </a:lnTo>
                  <a:lnTo>
                    <a:pt x="253696" y="1195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6197557" y="3002680"/>
              <a:ext cx="156338" cy="531243"/>
            </a:xfrm>
            <a:custGeom>
              <a:rect b="b" l="l" r="r" t="t"/>
              <a:pathLst>
                <a:path extrusionOk="0" h="531243" w="156338">
                  <a:moveTo>
                    <a:pt x="0" y="230658"/>
                  </a:moveTo>
                  <a:lnTo>
                    <a:pt x="51249" y="0"/>
                  </a:lnTo>
                  <a:lnTo>
                    <a:pt x="156339" y="324348"/>
                  </a:lnTo>
                  <a:lnTo>
                    <a:pt x="133467" y="531244"/>
                  </a:lnTo>
                  <a:lnTo>
                    <a:pt x="0" y="2306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6312322" y="3195379"/>
              <a:ext cx="409913" cy="450475"/>
            </a:xfrm>
            <a:custGeom>
              <a:rect b="b" l="l" r="r" t="t"/>
              <a:pathLst>
                <a:path extrusionOk="0" h="450475" w="409913">
                  <a:moveTo>
                    <a:pt x="18702" y="338545"/>
                  </a:moveTo>
                  <a:lnTo>
                    <a:pt x="0" y="0"/>
                  </a:lnTo>
                  <a:lnTo>
                    <a:pt x="409913" y="261505"/>
                  </a:lnTo>
                  <a:lnTo>
                    <a:pt x="215968" y="450475"/>
                  </a:lnTo>
                  <a:lnTo>
                    <a:pt x="18702" y="3385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" name="Google Shape;36;p2"/>
          <p:cNvSpPr/>
          <p:nvPr/>
        </p:nvSpPr>
        <p:spPr>
          <a:xfrm>
            <a:off x="7221549" y="4687209"/>
            <a:ext cx="1991617" cy="1991628"/>
          </a:xfrm>
          <a:custGeom>
            <a:rect b="b" l="l" r="r" t="t"/>
            <a:pathLst>
              <a:path extrusionOk="0" h="1467129" w="1467121">
                <a:moveTo>
                  <a:pt x="0" y="733569"/>
                </a:moveTo>
                <a:cubicBezTo>
                  <a:pt x="0" y="328433"/>
                  <a:pt x="328432" y="0"/>
                  <a:pt x="733569" y="0"/>
                </a:cubicBezTo>
                <a:cubicBezTo>
                  <a:pt x="1138697" y="0"/>
                  <a:pt x="1467121" y="328433"/>
                  <a:pt x="1467121" y="733569"/>
                </a:cubicBezTo>
                <a:cubicBezTo>
                  <a:pt x="1467121" y="1138709"/>
                  <a:pt x="1138697" y="1467129"/>
                  <a:pt x="733569" y="1467129"/>
                </a:cubicBezTo>
                <a:cubicBezTo>
                  <a:pt x="328432" y="1467129"/>
                  <a:pt x="0" y="1138709"/>
                  <a:pt x="0" y="73356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6697526" y="66025"/>
            <a:ext cx="1425230" cy="1425228"/>
          </a:xfrm>
          <a:custGeom>
            <a:rect b="b" l="l" r="r" t="t"/>
            <a:pathLst>
              <a:path extrusionOk="0" h="1049892" w="1049893">
                <a:moveTo>
                  <a:pt x="0" y="524944"/>
                </a:moveTo>
                <a:cubicBezTo>
                  <a:pt x="0" y="235026"/>
                  <a:pt x="235026" y="0"/>
                  <a:pt x="524945" y="0"/>
                </a:cubicBezTo>
                <a:cubicBezTo>
                  <a:pt x="814863" y="0"/>
                  <a:pt x="1049894" y="235026"/>
                  <a:pt x="1049894" y="524944"/>
                </a:cubicBezTo>
                <a:cubicBezTo>
                  <a:pt x="1049894" y="814867"/>
                  <a:pt x="814863" y="1049893"/>
                  <a:pt x="524945" y="1049893"/>
                </a:cubicBezTo>
                <a:cubicBezTo>
                  <a:pt x="235026" y="1049893"/>
                  <a:pt x="0" y="814867"/>
                  <a:pt x="0" y="524944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-879675" y="-949152"/>
            <a:ext cx="2905255" cy="2905253"/>
          </a:xfrm>
          <a:custGeom>
            <a:rect b="b" l="l" r="r" t="t"/>
            <a:pathLst>
              <a:path extrusionOk="0" h="2192644" w="2192645">
                <a:moveTo>
                  <a:pt x="0" y="1096323"/>
                </a:moveTo>
                <a:cubicBezTo>
                  <a:pt x="0" y="490841"/>
                  <a:pt x="490840" y="0"/>
                  <a:pt x="1096324" y="0"/>
                </a:cubicBezTo>
                <a:cubicBezTo>
                  <a:pt x="1701806" y="0"/>
                  <a:pt x="2192646" y="490841"/>
                  <a:pt x="2192646" y="1096323"/>
                </a:cubicBezTo>
                <a:cubicBezTo>
                  <a:pt x="2192646" y="1701805"/>
                  <a:pt x="1701806" y="2192645"/>
                  <a:pt x="1096324" y="2192645"/>
                </a:cubicBezTo>
                <a:cubicBezTo>
                  <a:pt x="490840" y="2192645"/>
                  <a:pt x="0" y="1701805"/>
                  <a:pt x="0" y="1096323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" name="Google Shape;39;p2"/>
          <p:cNvGrpSpPr/>
          <p:nvPr/>
        </p:nvGrpSpPr>
        <p:grpSpPr>
          <a:xfrm>
            <a:off x="8340475" y="2016975"/>
            <a:ext cx="2283267" cy="2289816"/>
            <a:chOff x="4593397" y="1441597"/>
            <a:chExt cx="1680726" cy="1685547"/>
          </a:xfrm>
        </p:grpSpPr>
        <p:sp>
          <p:nvSpPr>
            <p:cNvPr id="40" name="Google Shape;40;p2"/>
            <p:cNvSpPr/>
            <p:nvPr/>
          </p:nvSpPr>
          <p:spPr>
            <a:xfrm>
              <a:off x="4636901" y="1545112"/>
              <a:ext cx="1637222" cy="1582032"/>
            </a:xfrm>
            <a:custGeom>
              <a:rect b="b" l="l" r="r" t="t"/>
              <a:pathLst>
                <a:path extrusionOk="0" h="1582032" w="1653760">
                  <a:moveTo>
                    <a:pt x="1278115" y="0"/>
                  </a:moveTo>
                  <a:cubicBezTo>
                    <a:pt x="1278115" y="0"/>
                    <a:pt x="1326166" y="722772"/>
                    <a:pt x="1062795" y="991155"/>
                  </a:cubicBezTo>
                  <a:cubicBezTo>
                    <a:pt x="803634" y="1255283"/>
                    <a:pt x="237544" y="1176365"/>
                    <a:pt x="0" y="1110874"/>
                  </a:cubicBezTo>
                  <a:cubicBezTo>
                    <a:pt x="19836" y="1171940"/>
                    <a:pt x="287417" y="1421932"/>
                    <a:pt x="332756" y="1466433"/>
                  </a:cubicBezTo>
                  <a:cubicBezTo>
                    <a:pt x="554027" y="1683550"/>
                    <a:pt x="1001911" y="1585906"/>
                    <a:pt x="1333169" y="1248341"/>
                  </a:cubicBezTo>
                  <a:cubicBezTo>
                    <a:pt x="1664387" y="910771"/>
                    <a:pt x="1753405" y="461017"/>
                    <a:pt x="1532135" y="243900"/>
                  </a:cubicBezTo>
                  <a:cubicBezTo>
                    <a:pt x="1522176" y="234103"/>
                    <a:pt x="1278115" y="0"/>
                    <a:pt x="12781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4593397" y="1441597"/>
              <a:ext cx="1442681" cy="1464465"/>
            </a:xfrm>
            <a:custGeom>
              <a:rect b="b" l="l" r="r" t="t"/>
              <a:pathLst>
                <a:path extrusionOk="0" h="1453563" w="1442681">
                  <a:moveTo>
                    <a:pt x="994706" y="186"/>
                  </a:moveTo>
                  <a:cubicBezTo>
                    <a:pt x="780358" y="5452"/>
                    <a:pt x="527714" y="122670"/>
                    <a:pt x="320693" y="333650"/>
                  </a:cubicBezTo>
                  <a:cubicBezTo>
                    <a:pt x="-10525" y="671215"/>
                    <a:pt x="-99705" y="1120845"/>
                    <a:pt x="121606" y="1337962"/>
                  </a:cubicBezTo>
                  <a:cubicBezTo>
                    <a:pt x="342877" y="1555083"/>
                    <a:pt x="790761" y="1457438"/>
                    <a:pt x="1121979" y="1119869"/>
                  </a:cubicBezTo>
                  <a:cubicBezTo>
                    <a:pt x="1453196" y="782304"/>
                    <a:pt x="1542377" y="332675"/>
                    <a:pt x="1321106" y="115557"/>
                  </a:cubicBezTo>
                  <a:cubicBezTo>
                    <a:pt x="1238119" y="34137"/>
                    <a:pt x="1123315" y="-2976"/>
                    <a:pt x="994706" y="186"/>
                  </a:cubicBezTo>
                  <a:close/>
                  <a:moveTo>
                    <a:pt x="845573" y="399938"/>
                  </a:moveTo>
                  <a:cubicBezTo>
                    <a:pt x="903704" y="398509"/>
                    <a:pt x="955560" y="415256"/>
                    <a:pt x="993087" y="452058"/>
                  </a:cubicBezTo>
                  <a:cubicBezTo>
                    <a:pt x="1093075" y="550192"/>
                    <a:pt x="1052837" y="753501"/>
                    <a:pt x="903137" y="906079"/>
                  </a:cubicBezTo>
                  <a:cubicBezTo>
                    <a:pt x="753437" y="1058653"/>
                    <a:pt x="551031" y="1102762"/>
                    <a:pt x="451002" y="1004627"/>
                  </a:cubicBezTo>
                  <a:cubicBezTo>
                    <a:pt x="350973" y="906492"/>
                    <a:pt x="391252" y="703305"/>
                    <a:pt x="540951" y="550731"/>
                  </a:cubicBezTo>
                  <a:cubicBezTo>
                    <a:pt x="634503" y="455369"/>
                    <a:pt x="748701" y="402318"/>
                    <a:pt x="845573" y="39993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4986203" y="1827976"/>
              <a:ext cx="656440" cy="678044"/>
            </a:xfrm>
            <a:custGeom>
              <a:rect b="b" l="l" r="r" t="t"/>
              <a:pathLst>
                <a:path extrusionOk="0" h="656701" w="651553">
                  <a:moveTo>
                    <a:pt x="449336" y="84"/>
                  </a:moveTo>
                  <a:cubicBezTo>
                    <a:pt x="352424" y="2464"/>
                    <a:pt x="238267" y="55390"/>
                    <a:pt x="144714" y="150751"/>
                  </a:cubicBezTo>
                  <a:cubicBezTo>
                    <a:pt x="91400" y="205065"/>
                    <a:pt x="52336" y="265827"/>
                    <a:pt x="28169" y="325958"/>
                  </a:cubicBezTo>
                  <a:cubicBezTo>
                    <a:pt x="-15551" y="434735"/>
                    <a:pt x="-9641" y="541574"/>
                    <a:pt x="54765" y="604773"/>
                  </a:cubicBezTo>
                  <a:cubicBezTo>
                    <a:pt x="106662" y="655723"/>
                    <a:pt x="186289" y="667907"/>
                    <a:pt x="271704" y="646898"/>
                  </a:cubicBezTo>
                  <a:cubicBezTo>
                    <a:pt x="289759" y="567587"/>
                    <a:pt x="336150" y="482770"/>
                    <a:pt x="407964" y="409576"/>
                  </a:cubicBezTo>
                  <a:cubicBezTo>
                    <a:pt x="479899" y="336249"/>
                    <a:pt x="564019" y="288383"/>
                    <a:pt x="643120" y="268904"/>
                  </a:cubicBezTo>
                  <a:cubicBezTo>
                    <a:pt x="654819" y="217493"/>
                    <a:pt x="654495" y="168539"/>
                    <a:pt x="641217" y="126463"/>
                  </a:cubicBezTo>
                  <a:cubicBezTo>
                    <a:pt x="632311" y="98134"/>
                    <a:pt x="617900" y="72748"/>
                    <a:pt x="596930" y="52204"/>
                  </a:cubicBezTo>
                  <a:cubicBezTo>
                    <a:pt x="559445" y="15402"/>
                    <a:pt x="507467" y="-1345"/>
                    <a:pt x="449336" y="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" name="Google Shape;43;p2"/>
          <p:cNvGrpSpPr/>
          <p:nvPr/>
        </p:nvGrpSpPr>
        <p:grpSpPr>
          <a:xfrm>
            <a:off x="7971521" y="4845101"/>
            <a:ext cx="1668612" cy="1391255"/>
            <a:chOff x="3790450" y="2922745"/>
            <a:chExt cx="1228275" cy="1024111"/>
          </a:xfrm>
        </p:grpSpPr>
        <p:sp>
          <p:nvSpPr>
            <p:cNvPr id="44" name="Google Shape;44;p2"/>
            <p:cNvSpPr/>
            <p:nvPr/>
          </p:nvSpPr>
          <p:spPr>
            <a:xfrm>
              <a:off x="3790450" y="2942602"/>
              <a:ext cx="1220561" cy="1004254"/>
            </a:xfrm>
            <a:custGeom>
              <a:rect b="b" l="l" r="r" t="t"/>
              <a:pathLst>
                <a:path extrusionOk="0" h="1004254" w="1220561">
                  <a:moveTo>
                    <a:pt x="207279" y="0"/>
                  </a:moveTo>
                  <a:lnTo>
                    <a:pt x="17224" y="276831"/>
                  </a:lnTo>
                  <a:lnTo>
                    <a:pt x="17600" y="277090"/>
                  </a:lnTo>
                  <a:cubicBezTo>
                    <a:pt x="14139" y="279899"/>
                    <a:pt x="10694" y="282725"/>
                    <a:pt x="8241" y="286328"/>
                  </a:cubicBezTo>
                  <a:cubicBezTo>
                    <a:pt x="-42239" y="360421"/>
                    <a:pt x="144416" y="575627"/>
                    <a:pt x="425186" y="766921"/>
                  </a:cubicBezTo>
                  <a:cubicBezTo>
                    <a:pt x="705963" y="958211"/>
                    <a:pt x="974597" y="1053168"/>
                    <a:pt x="1025077" y="979071"/>
                  </a:cubicBezTo>
                  <a:cubicBezTo>
                    <a:pt x="1025523" y="978432"/>
                    <a:pt x="1025603" y="977590"/>
                    <a:pt x="1026008" y="976934"/>
                  </a:cubicBezTo>
                  <a:lnTo>
                    <a:pt x="1027870" y="978221"/>
                  </a:lnTo>
                  <a:lnTo>
                    <a:pt x="1220561" y="700799"/>
                  </a:lnTo>
                  <a:lnTo>
                    <a:pt x="20727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3985489" y="2922745"/>
              <a:ext cx="1033236" cy="743083"/>
            </a:xfrm>
            <a:custGeom>
              <a:rect b="b" l="l" r="r" t="t"/>
              <a:pathLst>
                <a:path extrusionOk="0" h="743083" w="1033236">
                  <a:moveTo>
                    <a:pt x="8241" y="25176"/>
                  </a:moveTo>
                  <a:cubicBezTo>
                    <a:pt x="58721" y="-48921"/>
                    <a:pt x="327261" y="46085"/>
                    <a:pt x="608039" y="237379"/>
                  </a:cubicBezTo>
                  <a:cubicBezTo>
                    <a:pt x="888817" y="428669"/>
                    <a:pt x="1075476" y="643811"/>
                    <a:pt x="1024996" y="717908"/>
                  </a:cubicBezTo>
                  <a:cubicBezTo>
                    <a:pt x="974516" y="792005"/>
                    <a:pt x="706004" y="696995"/>
                    <a:pt x="425226" y="505705"/>
                  </a:cubicBezTo>
                  <a:cubicBezTo>
                    <a:pt x="144448" y="314411"/>
                    <a:pt x="-42243" y="99273"/>
                    <a:pt x="8241" y="2517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4272537" y="3126827"/>
              <a:ext cx="459128" cy="334918"/>
            </a:xfrm>
            <a:custGeom>
              <a:rect b="b" l="l" r="r" t="t"/>
              <a:pathLst>
                <a:path extrusionOk="0" h="334918" w="459128">
                  <a:moveTo>
                    <a:pt x="3699" y="10708"/>
                  </a:moveTo>
                  <a:cubicBezTo>
                    <a:pt x="26247" y="-21762"/>
                    <a:pt x="145626" y="22096"/>
                    <a:pt x="270389" y="108669"/>
                  </a:cubicBezTo>
                  <a:cubicBezTo>
                    <a:pt x="395112" y="195242"/>
                    <a:pt x="477977" y="291741"/>
                    <a:pt x="455429" y="324211"/>
                  </a:cubicBezTo>
                  <a:cubicBezTo>
                    <a:pt x="432922" y="356681"/>
                    <a:pt x="313543" y="312820"/>
                    <a:pt x="188779" y="226251"/>
                  </a:cubicBezTo>
                  <a:cubicBezTo>
                    <a:pt x="64016" y="139677"/>
                    <a:pt x="-18849" y="43174"/>
                    <a:pt x="3699" y="107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" name="Google Shape;47;p2"/>
          <p:cNvGrpSpPr/>
          <p:nvPr/>
        </p:nvGrpSpPr>
        <p:grpSpPr>
          <a:xfrm>
            <a:off x="10268618" y="251265"/>
            <a:ext cx="1847185" cy="1054735"/>
            <a:chOff x="6220591" y="624724"/>
            <a:chExt cx="1359724" cy="776397"/>
          </a:xfrm>
        </p:grpSpPr>
        <p:sp>
          <p:nvSpPr>
            <p:cNvPr id="48" name="Google Shape;48;p2"/>
            <p:cNvSpPr/>
            <p:nvPr/>
          </p:nvSpPr>
          <p:spPr>
            <a:xfrm>
              <a:off x="6220591" y="624724"/>
              <a:ext cx="1359724" cy="686349"/>
            </a:xfrm>
            <a:custGeom>
              <a:rect b="b" l="l" r="r" t="t"/>
              <a:pathLst>
                <a:path extrusionOk="0" h="686349" w="1359724">
                  <a:moveTo>
                    <a:pt x="1359725" y="454951"/>
                  </a:moveTo>
                  <a:lnTo>
                    <a:pt x="1295562" y="102363"/>
                  </a:lnTo>
                  <a:lnTo>
                    <a:pt x="1295076" y="102448"/>
                  </a:lnTo>
                  <a:cubicBezTo>
                    <a:pt x="1295602" y="97716"/>
                    <a:pt x="1296088" y="92988"/>
                    <a:pt x="1295238" y="88413"/>
                  </a:cubicBezTo>
                  <a:cubicBezTo>
                    <a:pt x="1277750" y="-5669"/>
                    <a:pt x="973979" y="-28258"/>
                    <a:pt x="616732" y="38051"/>
                  </a:cubicBezTo>
                  <a:cubicBezTo>
                    <a:pt x="259485" y="104355"/>
                    <a:pt x="-15990" y="234502"/>
                    <a:pt x="1457" y="328585"/>
                  </a:cubicBezTo>
                  <a:cubicBezTo>
                    <a:pt x="1619" y="329398"/>
                    <a:pt x="2186" y="330091"/>
                    <a:pt x="2388" y="330892"/>
                  </a:cubicBezTo>
                  <a:lnTo>
                    <a:pt x="0" y="331329"/>
                  </a:lnTo>
                  <a:lnTo>
                    <a:pt x="62584" y="686350"/>
                  </a:lnTo>
                  <a:lnTo>
                    <a:pt x="1359725" y="45495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6284859" y="984273"/>
              <a:ext cx="1295270" cy="416848"/>
            </a:xfrm>
            <a:custGeom>
              <a:rect b="b" l="l" r="r" t="t"/>
              <a:pathLst>
                <a:path extrusionOk="0" h="416848" w="1295270">
                  <a:moveTo>
                    <a:pt x="1294485" y="88366"/>
                  </a:moveTo>
                  <a:cubicBezTo>
                    <a:pt x="1311933" y="182448"/>
                    <a:pt x="1036498" y="312470"/>
                    <a:pt x="679251" y="378774"/>
                  </a:cubicBezTo>
                  <a:cubicBezTo>
                    <a:pt x="322004" y="445083"/>
                    <a:pt x="18273" y="422563"/>
                    <a:pt x="785" y="328480"/>
                  </a:cubicBezTo>
                  <a:cubicBezTo>
                    <a:pt x="-16662" y="234398"/>
                    <a:pt x="258772" y="104380"/>
                    <a:pt x="616019" y="38072"/>
                  </a:cubicBezTo>
                  <a:cubicBezTo>
                    <a:pt x="973266" y="-28232"/>
                    <a:pt x="1276997" y="-5717"/>
                    <a:pt x="1294485" y="8836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6642623" y="1101719"/>
              <a:ext cx="579706" cy="181954"/>
            </a:xfrm>
            <a:custGeom>
              <a:rect b="b" l="l" r="r" t="t"/>
              <a:pathLst>
                <a:path extrusionOk="0" h="181954" w="579706">
                  <a:moveTo>
                    <a:pt x="579394" y="39803"/>
                  </a:moveTo>
                  <a:cubicBezTo>
                    <a:pt x="586761" y="81341"/>
                    <a:pt x="463051" y="137921"/>
                    <a:pt x="303150" y="166185"/>
                  </a:cubicBezTo>
                  <a:cubicBezTo>
                    <a:pt x="143249" y="194449"/>
                    <a:pt x="7677" y="183689"/>
                    <a:pt x="309" y="142152"/>
                  </a:cubicBezTo>
                  <a:cubicBezTo>
                    <a:pt x="-7017" y="100618"/>
                    <a:pt x="116653" y="44033"/>
                    <a:pt x="276594" y="15769"/>
                  </a:cubicBezTo>
                  <a:cubicBezTo>
                    <a:pt x="436495" y="-12495"/>
                    <a:pt x="572067" y="-1735"/>
                    <a:pt x="579394" y="3980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" name="Google Shape;51;p2"/>
          <p:cNvSpPr/>
          <p:nvPr/>
        </p:nvSpPr>
        <p:spPr>
          <a:xfrm>
            <a:off x="7407751" y="2547555"/>
            <a:ext cx="359399" cy="359389"/>
          </a:xfrm>
          <a:custGeom>
            <a:rect b="b" l="l" r="r" t="t"/>
            <a:pathLst>
              <a:path extrusionOk="0" h="264743" w="264751">
                <a:moveTo>
                  <a:pt x="0" y="132163"/>
                </a:moveTo>
                <a:lnTo>
                  <a:pt x="132580" y="0"/>
                </a:lnTo>
                <a:lnTo>
                  <a:pt x="264752" y="132580"/>
                </a:lnTo>
                <a:lnTo>
                  <a:pt x="132176" y="264743"/>
                </a:lnTo>
                <a:lnTo>
                  <a:pt x="0" y="132163"/>
                </a:lnTo>
                <a:close/>
              </a:path>
            </a:pathLst>
          </a:cu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641469" y="859395"/>
            <a:ext cx="417626" cy="417632"/>
          </a:xfrm>
          <a:custGeom>
            <a:rect b="b" l="l" r="r" t="t"/>
            <a:pathLst>
              <a:path extrusionOk="0" h="264743" w="264739">
                <a:moveTo>
                  <a:pt x="0" y="132163"/>
                </a:moveTo>
                <a:lnTo>
                  <a:pt x="132580" y="0"/>
                </a:lnTo>
                <a:lnTo>
                  <a:pt x="264739" y="132580"/>
                </a:lnTo>
                <a:lnTo>
                  <a:pt x="132163" y="264743"/>
                </a:lnTo>
                <a:lnTo>
                  <a:pt x="0" y="132163"/>
                </a:lnTo>
                <a:close/>
              </a:path>
            </a:pathLst>
          </a:cu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190300" y="5603654"/>
            <a:ext cx="1138643" cy="1138662"/>
          </a:xfrm>
          <a:custGeom>
            <a:rect b="b" l="l" r="r" t="t"/>
            <a:pathLst>
              <a:path extrusionOk="0" h="998826" w="998810">
                <a:moveTo>
                  <a:pt x="0" y="498620"/>
                </a:moveTo>
                <a:lnTo>
                  <a:pt x="500190" y="0"/>
                </a:lnTo>
                <a:lnTo>
                  <a:pt x="998810" y="500194"/>
                </a:lnTo>
                <a:lnTo>
                  <a:pt x="498620" y="998826"/>
                </a:lnTo>
                <a:lnTo>
                  <a:pt x="0" y="498620"/>
                </a:lnTo>
                <a:close/>
              </a:path>
            </a:pathLst>
          </a:cu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9953410" y="335161"/>
            <a:ext cx="607123" cy="607123"/>
          </a:xfrm>
          <a:custGeom>
            <a:rect b="b" l="l" r="r" t="t"/>
            <a:pathLst>
              <a:path extrusionOk="0" h="447236" w="447236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"/>
          <p:cNvSpPr txBox="1"/>
          <p:nvPr>
            <p:ph type="ctrTitle"/>
          </p:nvPr>
        </p:nvSpPr>
        <p:spPr>
          <a:xfrm>
            <a:off x="912825" y="1753975"/>
            <a:ext cx="65040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010"/>
            </a:lvl1pPr>
            <a:lvl2pPr lvl="1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56" name="Google Shape;56;p2"/>
          <p:cNvSpPr txBox="1"/>
          <p:nvPr>
            <p:ph idx="1" type="subTitle"/>
          </p:nvPr>
        </p:nvSpPr>
        <p:spPr>
          <a:xfrm>
            <a:off x="912825" y="4540025"/>
            <a:ext cx="6504000" cy="564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2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grpSp>
        <p:nvGrpSpPr>
          <p:cNvPr id="57" name="Google Shape;57;p2"/>
          <p:cNvGrpSpPr/>
          <p:nvPr/>
        </p:nvGrpSpPr>
        <p:grpSpPr>
          <a:xfrm rot="3039638">
            <a:off x="10223506" y="5077234"/>
            <a:ext cx="1382219" cy="789242"/>
            <a:chOff x="6220591" y="624724"/>
            <a:chExt cx="1359724" cy="776397"/>
          </a:xfrm>
        </p:grpSpPr>
        <p:sp>
          <p:nvSpPr>
            <p:cNvPr id="58" name="Google Shape;58;p2"/>
            <p:cNvSpPr/>
            <p:nvPr/>
          </p:nvSpPr>
          <p:spPr>
            <a:xfrm>
              <a:off x="6220591" y="624724"/>
              <a:ext cx="1359724" cy="686349"/>
            </a:xfrm>
            <a:custGeom>
              <a:rect b="b" l="l" r="r" t="t"/>
              <a:pathLst>
                <a:path extrusionOk="0" h="686349" w="1359724">
                  <a:moveTo>
                    <a:pt x="1359725" y="454951"/>
                  </a:moveTo>
                  <a:lnTo>
                    <a:pt x="1295562" y="102363"/>
                  </a:lnTo>
                  <a:lnTo>
                    <a:pt x="1295076" y="102448"/>
                  </a:lnTo>
                  <a:cubicBezTo>
                    <a:pt x="1295602" y="97716"/>
                    <a:pt x="1296088" y="92988"/>
                    <a:pt x="1295238" y="88413"/>
                  </a:cubicBezTo>
                  <a:cubicBezTo>
                    <a:pt x="1277750" y="-5669"/>
                    <a:pt x="973979" y="-28258"/>
                    <a:pt x="616732" y="38051"/>
                  </a:cubicBezTo>
                  <a:cubicBezTo>
                    <a:pt x="259485" y="104355"/>
                    <a:pt x="-15990" y="234502"/>
                    <a:pt x="1457" y="328585"/>
                  </a:cubicBezTo>
                  <a:cubicBezTo>
                    <a:pt x="1619" y="329398"/>
                    <a:pt x="2186" y="330091"/>
                    <a:pt x="2388" y="330892"/>
                  </a:cubicBezTo>
                  <a:lnTo>
                    <a:pt x="0" y="331329"/>
                  </a:lnTo>
                  <a:lnTo>
                    <a:pt x="62584" y="686350"/>
                  </a:lnTo>
                  <a:lnTo>
                    <a:pt x="1359725" y="45495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6284859" y="984273"/>
              <a:ext cx="1295270" cy="416848"/>
            </a:xfrm>
            <a:custGeom>
              <a:rect b="b" l="l" r="r" t="t"/>
              <a:pathLst>
                <a:path extrusionOk="0" h="416848" w="1295270">
                  <a:moveTo>
                    <a:pt x="1294485" y="88366"/>
                  </a:moveTo>
                  <a:cubicBezTo>
                    <a:pt x="1311933" y="182448"/>
                    <a:pt x="1036498" y="312470"/>
                    <a:pt x="679251" y="378774"/>
                  </a:cubicBezTo>
                  <a:cubicBezTo>
                    <a:pt x="322004" y="445083"/>
                    <a:pt x="18273" y="422563"/>
                    <a:pt x="785" y="328480"/>
                  </a:cubicBezTo>
                  <a:cubicBezTo>
                    <a:pt x="-16662" y="234398"/>
                    <a:pt x="258772" y="104380"/>
                    <a:pt x="616019" y="38072"/>
                  </a:cubicBezTo>
                  <a:cubicBezTo>
                    <a:pt x="973266" y="-28232"/>
                    <a:pt x="1276997" y="-5717"/>
                    <a:pt x="1294485" y="8836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6642623" y="1101719"/>
              <a:ext cx="579706" cy="181954"/>
            </a:xfrm>
            <a:custGeom>
              <a:rect b="b" l="l" r="r" t="t"/>
              <a:pathLst>
                <a:path extrusionOk="0" h="181954" w="579706">
                  <a:moveTo>
                    <a:pt x="579394" y="39803"/>
                  </a:moveTo>
                  <a:cubicBezTo>
                    <a:pt x="586761" y="81341"/>
                    <a:pt x="463051" y="137921"/>
                    <a:pt x="303150" y="166185"/>
                  </a:cubicBezTo>
                  <a:cubicBezTo>
                    <a:pt x="143249" y="194449"/>
                    <a:pt x="7677" y="183689"/>
                    <a:pt x="309" y="142152"/>
                  </a:cubicBezTo>
                  <a:cubicBezTo>
                    <a:pt x="-7017" y="100618"/>
                    <a:pt x="116653" y="44033"/>
                    <a:pt x="276594" y="15769"/>
                  </a:cubicBezTo>
                  <a:cubicBezTo>
                    <a:pt x="436495" y="-12495"/>
                    <a:pt x="572067" y="-1735"/>
                    <a:pt x="579394" y="3980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" name="Google Shape;61;p2"/>
          <p:cNvSpPr/>
          <p:nvPr/>
        </p:nvSpPr>
        <p:spPr>
          <a:xfrm>
            <a:off x="9951335" y="5808861"/>
            <a:ext cx="607123" cy="607123"/>
          </a:xfrm>
          <a:custGeom>
            <a:rect b="b" l="l" r="r" t="t"/>
            <a:pathLst>
              <a:path extrusionOk="0" h="447236" w="447236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11296601" y="6236355"/>
            <a:ext cx="359399" cy="359389"/>
          </a:xfrm>
          <a:custGeom>
            <a:rect b="b" l="l" r="r" t="t"/>
            <a:pathLst>
              <a:path extrusionOk="0" h="264743" w="264751">
                <a:moveTo>
                  <a:pt x="0" y="132163"/>
                </a:moveTo>
                <a:lnTo>
                  <a:pt x="132580" y="0"/>
                </a:lnTo>
                <a:lnTo>
                  <a:pt x="264752" y="132580"/>
                </a:lnTo>
                <a:lnTo>
                  <a:pt x="132176" y="264743"/>
                </a:lnTo>
                <a:lnTo>
                  <a:pt x="0" y="132163"/>
                </a:lnTo>
                <a:close/>
              </a:path>
            </a:pathLst>
          </a:cu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3"/>
          <p:cNvGrpSpPr/>
          <p:nvPr/>
        </p:nvGrpSpPr>
        <p:grpSpPr>
          <a:xfrm flipH="1">
            <a:off x="9698297" y="237744"/>
            <a:ext cx="2245810" cy="2245752"/>
            <a:chOff x="4616075" y="1332525"/>
            <a:chExt cx="1915566" cy="1881022"/>
          </a:xfrm>
        </p:grpSpPr>
        <p:sp>
          <p:nvSpPr>
            <p:cNvPr id="65" name="Google Shape;65;p3"/>
            <p:cNvSpPr/>
            <p:nvPr/>
          </p:nvSpPr>
          <p:spPr>
            <a:xfrm>
              <a:off x="4616077" y="1332525"/>
              <a:ext cx="1912253" cy="4048"/>
            </a:xfrm>
            <a:custGeom>
              <a:rect b="b" l="l" r="r" t="t"/>
              <a:pathLst>
                <a:path extrusionOk="0" h="4048" w="1912253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4616077" y="1645356"/>
              <a:ext cx="1912253" cy="4048"/>
            </a:xfrm>
            <a:custGeom>
              <a:rect b="b" l="l" r="r" t="t"/>
              <a:pathLst>
                <a:path extrusionOk="0" h="4048" w="1912253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4616077" y="1958183"/>
              <a:ext cx="1912253" cy="4048"/>
            </a:xfrm>
            <a:custGeom>
              <a:rect b="b" l="l" r="r" t="t"/>
              <a:pathLst>
                <a:path extrusionOk="0" h="4048" w="1912253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4616077" y="2271014"/>
              <a:ext cx="1912253" cy="4048"/>
            </a:xfrm>
            <a:custGeom>
              <a:rect b="b" l="l" r="r" t="t"/>
              <a:pathLst>
                <a:path extrusionOk="0" h="4048" w="1912253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4616077" y="2583841"/>
              <a:ext cx="1912253" cy="4048"/>
            </a:xfrm>
            <a:custGeom>
              <a:rect b="b" l="l" r="r" t="t"/>
              <a:pathLst>
                <a:path extrusionOk="0" h="4048" w="1912253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4616077" y="2896672"/>
              <a:ext cx="1912253" cy="4048"/>
            </a:xfrm>
            <a:custGeom>
              <a:rect b="b" l="l" r="r" t="t"/>
              <a:pathLst>
                <a:path extrusionOk="0" h="4048" w="1912253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4616077" y="3209499"/>
              <a:ext cx="1912253" cy="4048"/>
            </a:xfrm>
            <a:custGeom>
              <a:rect b="b" l="l" r="r" t="t"/>
              <a:pathLst>
                <a:path extrusionOk="0" h="4048" w="1912253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4616075" y="1332525"/>
              <a:ext cx="4048" cy="1876973"/>
            </a:xfrm>
            <a:custGeom>
              <a:rect b="b" l="l" r="r" t="t"/>
              <a:pathLst>
                <a:path extrusionOk="0" h="1876973" w="4048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4941627" y="1332525"/>
              <a:ext cx="4048" cy="1876973"/>
            </a:xfrm>
            <a:custGeom>
              <a:rect b="b" l="l" r="r" t="t"/>
              <a:pathLst>
                <a:path extrusionOk="0" h="1876973" w="4048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5256733" y="1332525"/>
              <a:ext cx="4048" cy="1876973"/>
            </a:xfrm>
            <a:custGeom>
              <a:rect b="b" l="l" r="r" t="t"/>
              <a:pathLst>
                <a:path extrusionOk="0" h="1876973" w="4048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5571839" y="1332525"/>
              <a:ext cx="4048" cy="1876973"/>
            </a:xfrm>
            <a:custGeom>
              <a:rect b="b" l="l" r="r" t="t"/>
              <a:pathLst>
                <a:path extrusionOk="0" h="1876973" w="4048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5886945" y="1332525"/>
              <a:ext cx="4048" cy="1876973"/>
            </a:xfrm>
            <a:custGeom>
              <a:rect b="b" l="l" r="r" t="t"/>
              <a:pathLst>
                <a:path extrusionOk="0" h="1876973" w="4048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6202051" y="1332525"/>
              <a:ext cx="4048" cy="1876973"/>
            </a:xfrm>
            <a:custGeom>
              <a:rect b="b" l="l" r="r" t="t"/>
              <a:pathLst>
                <a:path extrusionOk="0" h="1876973" w="4048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6527594" y="1332525"/>
              <a:ext cx="4048" cy="1876973"/>
            </a:xfrm>
            <a:custGeom>
              <a:rect b="b" l="l" r="r" t="t"/>
              <a:pathLst>
                <a:path extrusionOk="0" h="1876973" w="4048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" name="Google Shape;79;p3"/>
          <p:cNvSpPr/>
          <p:nvPr/>
        </p:nvSpPr>
        <p:spPr>
          <a:xfrm flipH="1">
            <a:off x="10905909" y="5310937"/>
            <a:ext cx="2072230" cy="2072236"/>
          </a:xfrm>
          <a:custGeom>
            <a:rect b="b" l="l" r="r" t="t"/>
            <a:pathLst>
              <a:path extrusionOk="0" h="1291113" w="1291109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 flipH="1">
            <a:off x="10430470" y="-361799"/>
            <a:ext cx="1019976" cy="1019979"/>
          </a:xfrm>
          <a:custGeom>
            <a:rect b="b" l="l" r="r" t="t"/>
            <a:pathLst>
              <a:path extrusionOk="0" h="1291113" w="1291109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 flipH="1">
            <a:off x="-934826" y="2688137"/>
            <a:ext cx="1752680" cy="1752686"/>
          </a:xfrm>
          <a:custGeom>
            <a:rect b="b" l="l" r="r" t="t"/>
            <a:pathLst>
              <a:path extrusionOk="0" h="1291113" w="1291109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2" name="Google Shape;82;p3"/>
          <p:cNvGrpSpPr/>
          <p:nvPr/>
        </p:nvGrpSpPr>
        <p:grpSpPr>
          <a:xfrm flipH="1">
            <a:off x="11173259" y="950815"/>
            <a:ext cx="770785" cy="561999"/>
            <a:chOff x="4468725" y="937901"/>
            <a:chExt cx="656322" cy="478541"/>
          </a:xfrm>
        </p:grpSpPr>
        <p:sp>
          <p:nvSpPr>
            <p:cNvPr id="83" name="Google Shape;83;p3"/>
            <p:cNvSpPr/>
            <p:nvPr/>
          </p:nvSpPr>
          <p:spPr>
            <a:xfrm>
              <a:off x="4469534" y="937901"/>
              <a:ext cx="655513" cy="397461"/>
            </a:xfrm>
            <a:custGeom>
              <a:rect b="b" l="l" r="r" t="t"/>
              <a:pathLst>
                <a:path extrusionOk="0" h="397461" w="655513">
                  <a:moveTo>
                    <a:pt x="446589" y="397461"/>
                  </a:moveTo>
                  <a:lnTo>
                    <a:pt x="59831" y="253036"/>
                  </a:lnTo>
                  <a:lnTo>
                    <a:pt x="0" y="152311"/>
                  </a:lnTo>
                  <a:lnTo>
                    <a:pt x="261347" y="0"/>
                  </a:lnTo>
                  <a:lnTo>
                    <a:pt x="655513" y="159184"/>
                  </a:lnTo>
                  <a:lnTo>
                    <a:pt x="446589" y="39746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4468725" y="1087913"/>
              <a:ext cx="468570" cy="328529"/>
            </a:xfrm>
            <a:custGeom>
              <a:rect b="b" l="l" r="r" t="t"/>
              <a:pathLst>
                <a:path extrusionOk="0" h="328529" w="468570">
                  <a:moveTo>
                    <a:pt x="69587" y="164066"/>
                  </a:moveTo>
                  <a:lnTo>
                    <a:pt x="0" y="0"/>
                  </a:lnTo>
                  <a:lnTo>
                    <a:pt x="468570" y="201929"/>
                  </a:lnTo>
                  <a:lnTo>
                    <a:pt x="427927" y="328530"/>
                  </a:lnTo>
                  <a:lnTo>
                    <a:pt x="69587" y="16406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4859530" y="1097086"/>
              <a:ext cx="265516" cy="319356"/>
            </a:xfrm>
            <a:custGeom>
              <a:rect b="b" l="l" r="r" t="t"/>
              <a:pathLst>
                <a:path extrusionOk="0" h="319356" w="265516">
                  <a:moveTo>
                    <a:pt x="0" y="158537"/>
                  </a:moveTo>
                  <a:lnTo>
                    <a:pt x="265517" y="0"/>
                  </a:lnTo>
                  <a:lnTo>
                    <a:pt x="253777" y="267958"/>
                  </a:lnTo>
                  <a:lnTo>
                    <a:pt x="37121" y="319357"/>
                  </a:lnTo>
                  <a:lnTo>
                    <a:pt x="0" y="15853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" name="Google Shape;86;p3"/>
          <p:cNvGrpSpPr/>
          <p:nvPr/>
        </p:nvGrpSpPr>
        <p:grpSpPr>
          <a:xfrm>
            <a:off x="105078" y="3699685"/>
            <a:ext cx="712775" cy="873752"/>
            <a:chOff x="6197557" y="3002680"/>
            <a:chExt cx="524678" cy="643174"/>
          </a:xfrm>
        </p:grpSpPr>
        <p:sp>
          <p:nvSpPr>
            <p:cNvPr id="87" name="Google Shape;87;p3"/>
            <p:cNvSpPr/>
            <p:nvPr/>
          </p:nvSpPr>
          <p:spPr>
            <a:xfrm>
              <a:off x="6248807" y="3002680"/>
              <a:ext cx="473428" cy="502222"/>
            </a:xfrm>
            <a:custGeom>
              <a:rect b="b" l="l" r="r" t="t"/>
              <a:pathLst>
                <a:path extrusionOk="0" h="502222" w="473428">
                  <a:moveTo>
                    <a:pt x="0" y="0"/>
                  </a:moveTo>
                  <a:lnTo>
                    <a:pt x="105089" y="324348"/>
                  </a:lnTo>
                  <a:lnTo>
                    <a:pt x="335549" y="502223"/>
                  </a:lnTo>
                  <a:lnTo>
                    <a:pt x="473428" y="454204"/>
                  </a:lnTo>
                  <a:lnTo>
                    <a:pt x="253696" y="1195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3"/>
            <p:cNvSpPr/>
            <p:nvPr/>
          </p:nvSpPr>
          <p:spPr>
            <a:xfrm>
              <a:off x="6197557" y="3002680"/>
              <a:ext cx="156338" cy="531243"/>
            </a:xfrm>
            <a:custGeom>
              <a:rect b="b" l="l" r="r" t="t"/>
              <a:pathLst>
                <a:path extrusionOk="0" h="531243" w="156338">
                  <a:moveTo>
                    <a:pt x="0" y="230658"/>
                  </a:moveTo>
                  <a:lnTo>
                    <a:pt x="51249" y="0"/>
                  </a:lnTo>
                  <a:lnTo>
                    <a:pt x="156339" y="324348"/>
                  </a:lnTo>
                  <a:lnTo>
                    <a:pt x="133467" y="531244"/>
                  </a:lnTo>
                  <a:lnTo>
                    <a:pt x="0" y="2306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3"/>
            <p:cNvSpPr/>
            <p:nvPr/>
          </p:nvSpPr>
          <p:spPr>
            <a:xfrm>
              <a:off x="6312322" y="3195379"/>
              <a:ext cx="409913" cy="450475"/>
            </a:xfrm>
            <a:custGeom>
              <a:rect b="b" l="l" r="r" t="t"/>
              <a:pathLst>
                <a:path extrusionOk="0" h="450475" w="409913">
                  <a:moveTo>
                    <a:pt x="18702" y="338545"/>
                  </a:moveTo>
                  <a:lnTo>
                    <a:pt x="0" y="0"/>
                  </a:lnTo>
                  <a:lnTo>
                    <a:pt x="409913" y="261505"/>
                  </a:lnTo>
                  <a:lnTo>
                    <a:pt x="215968" y="450475"/>
                  </a:lnTo>
                  <a:lnTo>
                    <a:pt x="18702" y="3385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" name="Google Shape;90;p3"/>
          <p:cNvGrpSpPr/>
          <p:nvPr/>
        </p:nvGrpSpPr>
        <p:grpSpPr>
          <a:xfrm flipH="1">
            <a:off x="8759551" y="242069"/>
            <a:ext cx="1976801" cy="1979513"/>
            <a:chOff x="4593392" y="1441589"/>
            <a:chExt cx="1683243" cy="1685552"/>
          </a:xfrm>
        </p:grpSpPr>
        <p:sp>
          <p:nvSpPr>
            <p:cNvPr id="91" name="Google Shape;91;p3"/>
            <p:cNvSpPr/>
            <p:nvPr/>
          </p:nvSpPr>
          <p:spPr>
            <a:xfrm>
              <a:off x="4643547" y="1545109"/>
              <a:ext cx="1633088" cy="1582032"/>
            </a:xfrm>
            <a:custGeom>
              <a:rect b="b" l="l" r="r" t="t"/>
              <a:pathLst>
                <a:path extrusionOk="0" h="1582032" w="1653760">
                  <a:moveTo>
                    <a:pt x="1278115" y="0"/>
                  </a:moveTo>
                  <a:cubicBezTo>
                    <a:pt x="1278115" y="0"/>
                    <a:pt x="1326166" y="722772"/>
                    <a:pt x="1062795" y="991155"/>
                  </a:cubicBezTo>
                  <a:cubicBezTo>
                    <a:pt x="803634" y="1255283"/>
                    <a:pt x="237544" y="1176365"/>
                    <a:pt x="0" y="1110874"/>
                  </a:cubicBezTo>
                  <a:cubicBezTo>
                    <a:pt x="19836" y="1171940"/>
                    <a:pt x="287417" y="1421932"/>
                    <a:pt x="332756" y="1466433"/>
                  </a:cubicBezTo>
                  <a:cubicBezTo>
                    <a:pt x="554027" y="1683550"/>
                    <a:pt x="1001911" y="1585906"/>
                    <a:pt x="1333169" y="1248341"/>
                  </a:cubicBezTo>
                  <a:cubicBezTo>
                    <a:pt x="1664387" y="910771"/>
                    <a:pt x="1753405" y="461017"/>
                    <a:pt x="1532135" y="243900"/>
                  </a:cubicBezTo>
                  <a:cubicBezTo>
                    <a:pt x="1522176" y="234103"/>
                    <a:pt x="1278115" y="0"/>
                    <a:pt x="12781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4593392" y="1441589"/>
              <a:ext cx="1442681" cy="1453563"/>
            </a:xfrm>
            <a:custGeom>
              <a:rect b="b" l="l" r="r" t="t"/>
              <a:pathLst>
                <a:path extrusionOk="0" h="1453563" w="1442681">
                  <a:moveTo>
                    <a:pt x="994706" y="186"/>
                  </a:moveTo>
                  <a:cubicBezTo>
                    <a:pt x="780358" y="5452"/>
                    <a:pt x="527714" y="122670"/>
                    <a:pt x="320693" y="333650"/>
                  </a:cubicBezTo>
                  <a:cubicBezTo>
                    <a:pt x="-10525" y="671215"/>
                    <a:pt x="-99705" y="1120845"/>
                    <a:pt x="121606" y="1337962"/>
                  </a:cubicBezTo>
                  <a:cubicBezTo>
                    <a:pt x="342877" y="1555083"/>
                    <a:pt x="790761" y="1457438"/>
                    <a:pt x="1121979" y="1119869"/>
                  </a:cubicBezTo>
                  <a:cubicBezTo>
                    <a:pt x="1453196" y="782304"/>
                    <a:pt x="1542377" y="332675"/>
                    <a:pt x="1321106" y="115557"/>
                  </a:cubicBezTo>
                  <a:cubicBezTo>
                    <a:pt x="1238119" y="34137"/>
                    <a:pt x="1123315" y="-2976"/>
                    <a:pt x="994706" y="186"/>
                  </a:cubicBezTo>
                  <a:close/>
                  <a:moveTo>
                    <a:pt x="845573" y="399938"/>
                  </a:moveTo>
                  <a:cubicBezTo>
                    <a:pt x="903704" y="398509"/>
                    <a:pt x="955560" y="415256"/>
                    <a:pt x="993087" y="452058"/>
                  </a:cubicBezTo>
                  <a:cubicBezTo>
                    <a:pt x="1093075" y="550192"/>
                    <a:pt x="1052837" y="753501"/>
                    <a:pt x="903137" y="906079"/>
                  </a:cubicBezTo>
                  <a:cubicBezTo>
                    <a:pt x="753437" y="1058653"/>
                    <a:pt x="551031" y="1102762"/>
                    <a:pt x="451002" y="1004627"/>
                  </a:cubicBezTo>
                  <a:cubicBezTo>
                    <a:pt x="350973" y="906492"/>
                    <a:pt x="391252" y="703305"/>
                    <a:pt x="540951" y="550731"/>
                  </a:cubicBezTo>
                  <a:cubicBezTo>
                    <a:pt x="634503" y="455369"/>
                    <a:pt x="748701" y="402318"/>
                    <a:pt x="845573" y="39993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3"/>
            <p:cNvSpPr/>
            <p:nvPr/>
          </p:nvSpPr>
          <p:spPr>
            <a:xfrm>
              <a:off x="4986203" y="1827976"/>
              <a:ext cx="656440" cy="678044"/>
            </a:xfrm>
            <a:custGeom>
              <a:rect b="b" l="l" r="r" t="t"/>
              <a:pathLst>
                <a:path extrusionOk="0" h="656701" w="651553">
                  <a:moveTo>
                    <a:pt x="449336" y="84"/>
                  </a:moveTo>
                  <a:cubicBezTo>
                    <a:pt x="352424" y="2464"/>
                    <a:pt x="238267" y="55390"/>
                    <a:pt x="144714" y="150751"/>
                  </a:cubicBezTo>
                  <a:cubicBezTo>
                    <a:pt x="91400" y="205065"/>
                    <a:pt x="52336" y="265827"/>
                    <a:pt x="28169" y="325958"/>
                  </a:cubicBezTo>
                  <a:cubicBezTo>
                    <a:pt x="-15551" y="434735"/>
                    <a:pt x="-9641" y="541574"/>
                    <a:pt x="54765" y="604773"/>
                  </a:cubicBezTo>
                  <a:cubicBezTo>
                    <a:pt x="106662" y="655723"/>
                    <a:pt x="186289" y="667907"/>
                    <a:pt x="271704" y="646898"/>
                  </a:cubicBezTo>
                  <a:cubicBezTo>
                    <a:pt x="289759" y="567587"/>
                    <a:pt x="336150" y="482770"/>
                    <a:pt x="407964" y="409576"/>
                  </a:cubicBezTo>
                  <a:cubicBezTo>
                    <a:pt x="479899" y="336249"/>
                    <a:pt x="564019" y="288383"/>
                    <a:pt x="643120" y="268904"/>
                  </a:cubicBezTo>
                  <a:cubicBezTo>
                    <a:pt x="654819" y="217493"/>
                    <a:pt x="654495" y="168539"/>
                    <a:pt x="641217" y="126463"/>
                  </a:cubicBezTo>
                  <a:cubicBezTo>
                    <a:pt x="632311" y="98134"/>
                    <a:pt x="617900" y="72748"/>
                    <a:pt x="596930" y="52204"/>
                  </a:cubicBezTo>
                  <a:cubicBezTo>
                    <a:pt x="559445" y="15402"/>
                    <a:pt x="507467" y="-1345"/>
                    <a:pt x="449336" y="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" name="Google Shape;94;p3"/>
          <p:cNvSpPr/>
          <p:nvPr/>
        </p:nvSpPr>
        <p:spPr>
          <a:xfrm flipH="1">
            <a:off x="152404" y="3069621"/>
            <a:ext cx="359399" cy="359389"/>
          </a:xfrm>
          <a:custGeom>
            <a:rect b="b" l="l" r="r" t="t"/>
            <a:pathLst>
              <a:path extrusionOk="0" h="264743" w="264751">
                <a:moveTo>
                  <a:pt x="0" y="132163"/>
                </a:moveTo>
                <a:lnTo>
                  <a:pt x="132580" y="0"/>
                </a:lnTo>
                <a:lnTo>
                  <a:pt x="264752" y="132580"/>
                </a:lnTo>
                <a:lnTo>
                  <a:pt x="132176" y="264743"/>
                </a:lnTo>
                <a:lnTo>
                  <a:pt x="0" y="132163"/>
                </a:lnTo>
                <a:close/>
              </a:path>
            </a:pathLst>
          </a:cu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323750" y="241352"/>
            <a:ext cx="607123" cy="607123"/>
          </a:xfrm>
          <a:custGeom>
            <a:rect b="b" l="l" r="r" t="t"/>
            <a:pathLst>
              <a:path extrusionOk="0" h="447236" w="447236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9951335" y="5808861"/>
            <a:ext cx="607123" cy="607123"/>
          </a:xfrm>
          <a:custGeom>
            <a:rect b="b" l="l" r="r" t="t"/>
            <a:pathLst>
              <a:path extrusionOk="0" h="447236" w="447236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"/>
          <p:cNvSpPr txBox="1"/>
          <p:nvPr>
            <p:ph type="title"/>
          </p:nvPr>
        </p:nvSpPr>
        <p:spPr>
          <a:xfrm>
            <a:off x="1614900" y="2944525"/>
            <a:ext cx="8962200" cy="1032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8" name="Google Shape;98;p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3"/>
          <p:cNvSpPr txBox="1"/>
          <p:nvPr>
            <p:ph idx="1" type="body"/>
          </p:nvPr>
        </p:nvSpPr>
        <p:spPr>
          <a:xfrm>
            <a:off x="1614900" y="3977575"/>
            <a:ext cx="8962200" cy="193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68300" lvl="0" marL="4572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68300" lvl="1" marL="9144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100" name="Google Shape;100;p3"/>
          <p:cNvSpPr/>
          <p:nvPr/>
        </p:nvSpPr>
        <p:spPr>
          <a:xfrm flipH="1">
            <a:off x="8291816" y="1404964"/>
            <a:ext cx="607123" cy="607123"/>
          </a:xfrm>
          <a:custGeom>
            <a:rect b="b" l="l" r="r" t="t"/>
            <a:pathLst>
              <a:path extrusionOk="0" h="447236" w="447236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1373700" y="1020577"/>
            <a:ext cx="9444600" cy="887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1373700" y="2192426"/>
            <a:ext cx="9444600" cy="3541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104" name="Google Shape;104;p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4"/>
          <p:cNvSpPr/>
          <p:nvPr/>
        </p:nvSpPr>
        <p:spPr>
          <a:xfrm flipH="1">
            <a:off x="11270114" y="232339"/>
            <a:ext cx="607123" cy="607123"/>
          </a:xfrm>
          <a:custGeom>
            <a:rect b="b" l="l" r="r" t="t"/>
            <a:pathLst>
              <a:path extrusionOk="0" h="447236" w="447236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"/>
          <p:cNvSpPr/>
          <p:nvPr/>
        </p:nvSpPr>
        <p:spPr>
          <a:xfrm flipH="1">
            <a:off x="9890848" y="-461213"/>
            <a:ext cx="1181365" cy="1181368"/>
          </a:xfrm>
          <a:custGeom>
            <a:rect b="b" l="l" r="r" t="t"/>
            <a:pathLst>
              <a:path extrusionOk="0" h="1291113" w="1291109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 flipH="1">
            <a:off x="365415" y="5863369"/>
            <a:ext cx="1730086" cy="1730091"/>
          </a:xfrm>
          <a:custGeom>
            <a:rect b="b" l="l" r="r" t="t"/>
            <a:pathLst>
              <a:path extrusionOk="0" h="1291113" w="1291109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8" name="Google Shape;108;p4"/>
          <p:cNvGrpSpPr/>
          <p:nvPr/>
        </p:nvGrpSpPr>
        <p:grpSpPr>
          <a:xfrm flipH="1">
            <a:off x="11521659" y="4785465"/>
            <a:ext cx="770785" cy="561999"/>
            <a:chOff x="4468725" y="937901"/>
            <a:chExt cx="656322" cy="478541"/>
          </a:xfrm>
        </p:grpSpPr>
        <p:sp>
          <p:nvSpPr>
            <p:cNvPr id="109" name="Google Shape;109;p4"/>
            <p:cNvSpPr/>
            <p:nvPr/>
          </p:nvSpPr>
          <p:spPr>
            <a:xfrm>
              <a:off x="4469534" y="937901"/>
              <a:ext cx="655513" cy="397461"/>
            </a:xfrm>
            <a:custGeom>
              <a:rect b="b" l="l" r="r" t="t"/>
              <a:pathLst>
                <a:path extrusionOk="0" h="397461" w="655513">
                  <a:moveTo>
                    <a:pt x="446589" y="397461"/>
                  </a:moveTo>
                  <a:lnTo>
                    <a:pt x="59831" y="253036"/>
                  </a:lnTo>
                  <a:lnTo>
                    <a:pt x="0" y="152311"/>
                  </a:lnTo>
                  <a:lnTo>
                    <a:pt x="261347" y="0"/>
                  </a:lnTo>
                  <a:lnTo>
                    <a:pt x="655513" y="159184"/>
                  </a:lnTo>
                  <a:lnTo>
                    <a:pt x="446589" y="39746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4"/>
            <p:cNvSpPr/>
            <p:nvPr/>
          </p:nvSpPr>
          <p:spPr>
            <a:xfrm>
              <a:off x="4468725" y="1087913"/>
              <a:ext cx="468570" cy="328529"/>
            </a:xfrm>
            <a:custGeom>
              <a:rect b="b" l="l" r="r" t="t"/>
              <a:pathLst>
                <a:path extrusionOk="0" h="328529" w="468570">
                  <a:moveTo>
                    <a:pt x="69587" y="164066"/>
                  </a:moveTo>
                  <a:lnTo>
                    <a:pt x="0" y="0"/>
                  </a:lnTo>
                  <a:lnTo>
                    <a:pt x="468570" y="201929"/>
                  </a:lnTo>
                  <a:lnTo>
                    <a:pt x="427927" y="328530"/>
                  </a:lnTo>
                  <a:lnTo>
                    <a:pt x="69587" y="16406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4"/>
            <p:cNvSpPr/>
            <p:nvPr/>
          </p:nvSpPr>
          <p:spPr>
            <a:xfrm>
              <a:off x="4859530" y="1097086"/>
              <a:ext cx="265516" cy="319356"/>
            </a:xfrm>
            <a:custGeom>
              <a:rect b="b" l="l" r="r" t="t"/>
              <a:pathLst>
                <a:path extrusionOk="0" h="319356" w="265516">
                  <a:moveTo>
                    <a:pt x="0" y="158537"/>
                  </a:moveTo>
                  <a:lnTo>
                    <a:pt x="265517" y="0"/>
                  </a:lnTo>
                  <a:lnTo>
                    <a:pt x="253777" y="267958"/>
                  </a:lnTo>
                  <a:lnTo>
                    <a:pt x="37121" y="319357"/>
                  </a:lnTo>
                  <a:lnTo>
                    <a:pt x="0" y="15853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2" name="Google Shape;112;p4"/>
          <p:cNvGrpSpPr/>
          <p:nvPr/>
        </p:nvGrpSpPr>
        <p:grpSpPr>
          <a:xfrm flipH="1">
            <a:off x="10315651" y="5347469"/>
            <a:ext cx="1976801" cy="1979513"/>
            <a:chOff x="4593392" y="1441589"/>
            <a:chExt cx="1683243" cy="1685552"/>
          </a:xfrm>
        </p:grpSpPr>
        <p:sp>
          <p:nvSpPr>
            <p:cNvPr id="113" name="Google Shape;113;p4"/>
            <p:cNvSpPr/>
            <p:nvPr/>
          </p:nvSpPr>
          <p:spPr>
            <a:xfrm>
              <a:off x="4643547" y="1545109"/>
              <a:ext cx="1633088" cy="1582032"/>
            </a:xfrm>
            <a:custGeom>
              <a:rect b="b" l="l" r="r" t="t"/>
              <a:pathLst>
                <a:path extrusionOk="0" h="1582032" w="1653760">
                  <a:moveTo>
                    <a:pt x="1278115" y="0"/>
                  </a:moveTo>
                  <a:cubicBezTo>
                    <a:pt x="1278115" y="0"/>
                    <a:pt x="1326166" y="722772"/>
                    <a:pt x="1062795" y="991155"/>
                  </a:cubicBezTo>
                  <a:cubicBezTo>
                    <a:pt x="803634" y="1255283"/>
                    <a:pt x="237544" y="1176365"/>
                    <a:pt x="0" y="1110874"/>
                  </a:cubicBezTo>
                  <a:cubicBezTo>
                    <a:pt x="19836" y="1171940"/>
                    <a:pt x="287417" y="1421932"/>
                    <a:pt x="332756" y="1466433"/>
                  </a:cubicBezTo>
                  <a:cubicBezTo>
                    <a:pt x="554027" y="1683550"/>
                    <a:pt x="1001911" y="1585906"/>
                    <a:pt x="1333169" y="1248341"/>
                  </a:cubicBezTo>
                  <a:cubicBezTo>
                    <a:pt x="1664387" y="910771"/>
                    <a:pt x="1753405" y="461017"/>
                    <a:pt x="1532135" y="243900"/>
                  </a:cubicBezTo>
                  <a:cubicBezTo>
                    <a:pt x="1522176" y="234103"/>
                    <a:pt x="1278115" y="0"/>
                    <a:pt x="12781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4593392" y="1441589"/>
              <a:ext cx="1442681" cy="1453563"/>
            </a:xfrm>
            <a:custGeom>
              <a:rect b="b" l="l" r="r" t="t"/>
              <a:pathLst>
                <a:path extrusionOk="0" h="1453563" w="1442681">
                  <a:moveTo>
                    <a:pt x="994706" y="186"/>
                  </a:moveTo>
                  <a:cubicBezTo>
                    <a:pt x="780358" y="5452"/>
                    <a:pt x="527714" y="122670"/>
                    <a:pt x="320693" y="333650"/>
                  </a:cubicBezTo>
                  <a:cubicBezTo>
                    <a:pt x="-10525" y="671215"/>
                    <a:pt x="-99705" y="1120845"/>
                    <a:pt x="121606" y="1337962"/>
                  </a:cubicBezTo>
                  <a:cubicBezTo>
                    <a:pt x="342877" y="1555083"/>
                    <a:pt x="790761" y="1457438"/>
                    <a:pt x="1121979" y="1119869"/>
                  </a:cubicBezTo>
                  <a:cubicBezTo>
                    <a:pt x="1453196" y="782304"/>
                    <a:pt x="1542377" y="332675"/>
                    <a:pt x="1321106" y="115557"/>
                  </a:cubicBezTo>
                  <a:cubicBezTo>
                    <a:pt x="1238119" y="34137"/>
                    <a:pt x="1123315" y="-2976"/>
                    <a:pt x="994706" y="186"/>
                  </a:cubicBezTo>
                  <a:close/>
                  <a:moveTo>
                    <a:pt x="845573" y="399938"/>
                  </a:moveTo>
                  <a:cubicBezTo>
                    <a:pt x="903704" y="398509"/>
                    <a:pt x="955560" y="415256"/>
                    <a:pt x="993087" y="452058"/>
                  </a:cubicBezTo>
                  <a:cubicBezTo>
                    <a:pt x="1093075" y="550192"/>
                    <a:pt x="1052837" y="753501"/>
                    <a:pt x="903137" y="906079"/>
                  </a:cubicBezTo>
                  <a:cubicBezTo>
                    <a:pt x="753437" y="1058653"/>
                    <a:pt x="551031" y="1102762"/>
                    <a:pt x="451002" y="1004627"/>
                  </a:cubicBezTo>
                  <a:cubicBezTo>
                    <a:pt x="350973" y="906492"/>
                    <a:pt x="391252" y="703305"/>
                    <a:pt x="540951" y="550731"/>
                  </a:cubicBezTo>
                  <a:cubicBezTo>
                    <a:pt x="634503" y="455369"/>
                    <a:pt x="748701" y="402318"/>
                    <a:pt x="845573" y="39993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4"/>
            <p:cNvSpPr/>
            <p:nvPr/>
          </p:nvSpPr>
          <p:spPr>
            <a:xfrm>
              <a:off x="4986203" y="1827976"/>
              <a:ext cx="656440" cy="678044"/>
            </a:xfrm>
            <a:custGeom>
              <a:rect b="b" l="l" r="r" t="t"/>
              <a:pathLst>
                <a:path extrusionOk="0" h="656701" w="651553">
                  <a:moveTo>
                    <a:pt x="449336" y="84"/>
                  </a:moveTo>
                  <a:cubicBezTo>
                    <a:pt x="352424" y="2464"/>
                    <a:pt x="238267" y="55390"/>
                    <a:pt x="144714" y="150751"/>
                  </a:cubicBezTo>
                  <a:cubicBezTo>
                    <a:pt x="91400" y="205065"/>
                    <a:pt x="52336" y="265827"/>
                    <a:pt x="28169" y="325958"/>
                  </a:cubicBezTo>
                  <a:cubicBezTo>
                    <a:pt x="-15551" y="434735"/>
                    <a:pt x="-9641" y="541574"/>
                    <a:pt x="54765" y="604773"/>
                  </a:cubicBezTo>
                  <a:cubicBezTo>
                    <a:pt x="106662" y="655723"/>
                    <a:pt x="186289" y="667907"/>
                    <a:pt x="271704" y="646898"/>
                  </a:cubicBezTo>
                  <a:cubicBezTo>
                    <a:pt x="289759" y="567587"/>
                    <a:pt x="336150" y="482770"/>
                    <a:pt x="407964" y="409576"/>
                  </a:cubicBezTo>
                  <a:cubicBezTo>
                    <a:pt x="479899" y="336249"/>
                    <a:pt x="564019" y="288383"/>
                    <a:pt x="643120" y="268904"/>
                  </a:cubicBezTo>
                  <a:cubicBezTo>
                    <a:pt x="654819" y="217493"/>
                    <a:pt x="654495" y="168539"/>
                    <a:pt x="641217" y="126463"/>
                  </a:cubicBezTo>
                  <a:cubicBezTo>
                    <a:pt x="632311" y="98134"/>
                    <a:pt x="617900" y="72748"/>
                    <a:pt x="596930" y="52204"/>
                  </a:cubicBezTo>
                  <a:cubicBezTo>
                    <a:pt x="559445" y="15402"/>
                    <a:pt x="507467" y="-1345"/>
                    <a:pt x="449336" y="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" name="Google Shape;116;p4"/>
          <p:cNvSpPr/>
          <p:nvPr/>
        </p:nvSpPr>
        <p:spPr>
          <a:xfrm>
            <a:off x="323750" y="241352"/>
            <a:ext cx="607123" cy="607123"/>
          </a:xfrm>
          <a:custGeom>
            <a:rect b="b" l="l" r="r" t="t"/>
            <a:pathLst>
              <a:path extrusionOk="0" h="447236" w="447236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boxes">
  <p:cSld name="CUSTOM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/>
          <p:nvPr>
            <p:ph type="title"/>
          </p:nvPr>
        </p:nvSpPr>
        <p:spPr>
          <a:xfrm>
            <a:off x="4677525" y="593375"/>
            <a:ext cx="68940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119" name="Google Shape;119;p5"/>
          <p:cNvSpPr txBox="1"/>
          <p:nvPr>
            <p:ph idx="1" type="subTitle"/>
          </p:nvPr>
        </p:nvSpPr>
        <p:spPr>
          <a:xfrm>
            <a:off x="5487527" y="1719450"/>
            <a:ext cx="6084000" cy="310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0" name="Google Shape;120;p5"/>
          <p:cNvSpPr txBox="1"/>
          <p:nvPr>
            <p:ph idx="2" type="body"/>
          </p:nvPr>
        </p:nvSpPr>
        <p:spPr>
          <a:xfrm>
            <a:off x="5487527" y="2030097"/>
            <a:ext cx="6084000" cy="4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23850" lvl="0" marL="4572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23850" lvl="1" marL="9144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121" name="Google Shape;121;p5"/>
          <p:cNvSpPr txBox="1"/>
          <p:nvPr>
            <p:ph idx="3" type="subTitle"/>
          </p:nvPr>
        </p:nvSpPr>
        <p:spPr>
          <a:xfrm>
            <a:off x="5487527" y="2477085"/>
            <a:ext cx="6084000" cy="310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2" name="Google Shape;122;p5"/>
          <p:cNvSpPr txBox="1"/>
          <p:nvPr>
            <p:ph idx="4" type="body"/>
          </p:nvPr>
        </p:nvSpPr>
        <p:spPr>
          <a:xfrm>
            <a:off x="5487527" y="2787733"/>
            <a:ext cx="6084000" cy="4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23850" lvl="0" marL="4572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23850" lvl="1" marL="9144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123" name="Google Shape;123;p5"/>
          <p:cNvSpPr txBox="1"/>
          <p:nvPr>
            <p:ph idx="5" type="subTitle"/>
          </p:nvPr>
        </p:nvSpPr>
        <p:spPr>
          <a:xfrm>
            <a:off x="5487527" y="3234721"/>
            <a:ext cx="6084000" cy="310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4" name="Google Shape;124;p5"/>
          <p:cNvSpPr txBox="1"/>
          <p:nvPr>
            <p:ph idx="6" type="body"/>
          </p:nvPr>
        </p:nvSpPr>
        <p:spPr>
          <a:xfrm>
            <a:off x="5487527" y="3545368"/>
            <a:ext cx="6084000" cy="4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23850" lvl="0" marL="4572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23850" lvl="1" marL="9144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125" name="Google Shape;125;p5"/>
          <p:cNvSpPr txBox="1"/>
          <p:nvPr>
            <p:ph idx="7" type="subTitle"/>
          </p:nvPr>
        </p:nvSpPr>
        <p:spPr>
          <a:xfrm>
            <a:off x="5487527" y="3992356"/>
            <a:ext cx="6084000" cy="310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6" name="Google Shape;126;p5"/>
          <p:cNvSpPr txBox="1"/>
          <p:nvPr>
            <p:ph idx="8" type="body"/>
          </p:nvPr>
        </p:nvSpPr>
        <p:spPr>
          <a:xfrm>
            <a:off x="5487527" y="4303004"/>
            <a:ext cx="6084000" cy="4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23850" lvl="0" marL="4572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23850" lvl="1" marL="9144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127" name="Google Shape;127;p5"/>
          <p:cNvSpPr txBox="1"/>
          <p:nvPr>
            <p:ph idx="9" type="subTitle"/>
          </p:nvPr>
        </p:nvSpPr>
        <p:spPr>
          <a:xfrm>
            <a:off x="5487527" y="4749992"/>
            <a:ext cx="6084000" cy="310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8" name="Google Shape;128;p5"/>
          <p:cNvSpPr txBox="1"/>
          <p:nvPr>
            <p:ph idx="13" type="body"/>
          </p:nvPr>
        </p:nvSpPr>
        <p:spPr>
          <a:xfrm>
            <a:off x="5487527" y="5060639"/>
            <a:ext cx="6084000" cy="4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23850" lvl="0" marL="4572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23850" lvl="1" marL="9144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129" name="Google Shape;129;p5"/>
          <p:cNvSpPr txBox="1"/>
          <p:nvPr>
            <p:ph idx="14" type="subTitle"/>
          </p:nvPr>
        </p:nvSpPr>
        <p:spPr>
          <a:xfrm>
            <a:off x="5487527" y="5507628"/>
            <a:ext cx="6084000" cy="310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0" name="Google Shape;130;p5"/>
          <p:cNvSpPr txBox="1"/>
          <p:nvPr>
            <p:ph idx="15" type="body"/>
          </p:nvPr>
        </p:nvSpPr>
        <p:spPr>
          <a:xfrm>
            <a:off x="5487527" y="5818275"/>
            <a:ext cx="6084000" cy="4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23850" lvl="0" marL="4572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23850" lvl="1" marL="9144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131" name="Google Shape;131;p5"/>
          <p:cNvSpPr/>
          <p:nvPr/>
        </p:nvSpPr>
        <p:spPr>
          <a:xfrm flipH="1">
            <a:off x="2411300" y="5481692"/>
            <a:ext cx="1110354" cy="1110357"/>
          </a:xfrm>
          <a:custGeom>
            <a:rect b="b" l="l" r="r" t="t"/>
            <a:pathLst>
              <a:path extrusionOk="0" h="1291113" w="1291109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 flipH="1">
            <a:off x="1978611" y="692712"/>
            <a:ext cx="1752680" cy="1752686"/>
          </a:xfrm>
          <a:custGeom>
            <a:rect b="b" l="l" r="r" t="t"/>
            <a:pathLst>
              <a:path extrusionOk="0" h="1291113" w="1291109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3" name="Google Shape;133;p5"/>
          <p:cNvGrpSpPr/>
          <p:nvPr/>
        </p:nvGrpSpPr>
        <p:grpSpPr>
          <a:xfrm flipH="1">
            <a:off x="644395" y="2270085"/>
            <a:ext cx="2597891" cy="2597879"/>
            <a:chOff x="4616075" y="1332525"/>
            <a:chExt cx="1915566" cy="1881022"/>
          </a:xfrm>
        </p:grpSpPr>
        <p:sp>
          <p:nvSpPr>
            <p:cNvPr id="134" name="Google Shape;134;p5"/>
            <p:cNvSpPr/>
            <p:nvPr/>
          </p:nvSpPr>
          <p:spPr>
            <a:xfrm>
              <a:off x="4616077" y="1332525"/>
              <a:ext cx="1912253" cy="4048"/>
            </a:xfrm>
            <a:custGeom>
              <a:rect b="b" l="l" r="r" t="t"/>
              <a:pathLst>
                <a:path extrusionOk="0" h="4048" w="1912253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5"/>
            <p:cNvSpPr/>
            <p:nvPr/>
          </p:nvSpPr>
          <p:spPr>
            <a:xfrm>
              <a:off x="4616077" y="1645356"/>
              <a:ext cx="1912253" cy="4048"/>
            </a:xfrm>
            <a:custGeom>
              <a:rect b="b" l="l" r="r" t="t"/>
              <a:pathLst>
                <a:path extrusionOk="0" h="4048" w="1912253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5"/>
            <p:cNvSpPr/>
            <p:nvPr/>
          </p:nvSpPr>
          <p:spPr>
            <a:xfrm>
              <a:off x="4616077" y="1958183"/>
              <a:ext cx="1912253" cy="4048"/>
            </a:xfrm>
            <a:custGeom>
              <a:rect b="b" l="l" r="r" t="t"/>
              <a:pathLst>
                <a:path extrusionOk="0" h="4048" w="1912253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5"/>
            <p:cNvSpPr/>
            <p:nvPr/>
          </p:nvSpPr>
          <p:spPr>
            <a:xfrm>
              <a:off x="4616077" y="2271014"/>
              <a:ext cx="1912253" cy="4048"/>
            </a:xfrm>
            <a:custGeom>
              <a:rect b="b" l="l" r="r" t="t"/>
              <a:pathLst>
                <a:path extrusionOk="0" h="4048" w="1912253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5"/>
            <p:cNvSpPr/>
            <p:nvPr/>
          </p:nvSpPr>
          <p:spPr>
            <a:xfrm>
              <a:off x="4616077" y="2583841"/>
              <a:ext cx="1912253" cy="4048"/>
            </a:xfrm>
            <a:custGeom>
              <a:rect b="b" l="l" r="r" t="t"/>
              <a:pathLst>
                <a:path extrusionOk="0" h="4048" w="1912253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5"/>
            <p:cNvSpPr/>
            <p:nvPr/>
          </p:nvSpPr>
          <p:spPr>
            <a:xfrm>
              <a:off x="4616077" y="2896672"/>
              <a:ext cx="1912253" cy="4048"/>
            </a:xfrm>
            <a:custGeom>
              <a:rect b="b" l="l" r="r" t="t"/>
              <a:pathLst>
                <a:path extrusionOk="0" h="4048" w="1912253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5"/>
            <p:cNvSpPr/>
            <p:nvPr/>
          </p:nvSpPr>
          <p:spPr>
            <a:xfrm>
              <a:off x="4616077" y="3209499"/>
              <a:ext cx="1912253" cy="4048"/>
            </a:xfrm>
            <a:custGeom>
              <a:rect b="b" l="l" r="r" t="t"/>
              <a:pathLst>
                <a:path extrusionOk="0" h="4048" w="1912253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5"/>
            <p:cNvSpPr/>
            <p:nvPr/>
          </p:nvSpPr>
          <p:spPr>
            <a:xfrm>
              <a:off x="4616075" y="1332525"/>
              <a:ext cx="4048" cy="1876973"/>
            </a:xfrm>
            <a:custGeom>
              <a:rect b="b" l="l" r="r" t="t"/>
              <a:pathLst>
                <a:path extrusionOk="0" h="1876973" w="4048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5"/>
            <p:cNvSpPr/>
            <p:nvPr/>
          </p:nvSpPr>
          <p:spPr>
            <a:xfrm>
              <a:off x="4941627" y="1332525"/>
              <a:ext cx="4048" cy="1876973"/>
            </a:xfrm>
            <a:custGeom>
              <a:rect b="b" l="l" r="r" t="t"/>
              <a:pathLst>
                <a:path extrusionOk="0" h="1876973" w="4048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5"/>
            <p:cNvSpPr/>
            <p:nvPr/>
          </p:nvSpPr>
          <p:spPr>
            <a:xfrm>
              <a:off x="5256733" y="1332525"/>
              <a:ext cx="4048" cy="1876973"/>
            </a:xfrm>
            <a:custGeom>
              <a:rect b="b" l="l" r="r" t="t"/>
              <a:pathLst>
                <a:path extrusionOk="0" h="1876973" w="4048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5"/>
            <p:cNvSpPr/>
            <p:nvPr/>
          </p:nvSpPr>
          <p:spPr>
            <a:xfrm>
              <a:off x="5571839" y="1332525"/>
              <a:ext cx="4048" cy="1876973"/>
            </a:xfrm>
            <a:custGeom>
              <a:rect b="b" l="l" r="r" t="t"/>
              <a:pathLst>
                <a:path extrusionOk="0" h="1876973" w="4048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5"/>
            <p:cNvSpPr/>
            <p:nvPr/>
          </p:nvSpPr>
          <p:spPr>
            <a:xfrm>
              <a:off x="5886945" y="1332525"/>
              <a:ext cx="4048" cy="1876973"/>
            </a:xfrm>
            <a:custGeom>
              <a:rect b="b" l="l" r="r" t="t"/>
              <a:pathLst>
                <a:path extrusionOk="0" h="1876973" w="4048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5"/>
            <p:cNvSpPr/>
            <p:nvPr/>
          </p:nvSpPr>
          <p:spPr>
            <a:xfrm>
              <a:off x="6202051" y="1332525"/>
              <a:ext cx="4048" cy="1876973"/>
            </a:xfrm>
            <a:custGeom>
              <a:rect b="b" l="l" r="r" t="t"/>
              <a:pathLst>
                <a:path extrusionOk="0" h="1876973" w="4048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5"/>
            <p:cNvSpPr/>
            <p:nvPr/>
          </p:nvSpPr>
          <p:spPr>
            <a:xfrm>
              <a:off x="6527594" y="1332525"/>
              <a:ext cx="4048" cy="1876973"/>
            </a:xfrm>
            <a:custGeom>
              <a:rect b="b" l="l" r="r" t="t"/>
              <a:pathLst>
                <a:path extrusionOk="0" h="1876973" w="4048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8" name="Google Shape;148;p5"/>
          <p:cNvGrpSpPr/>
          <p:nvPr/>
        </p:nvGrpSpPr>
        <p:grpSpPr>
          <a:xfrm flipH="1">
            <a:off x="2709708" y="2763895"/>
            <a:ext cx="891613" cy="650098"/>
            <a:chOff x="4468725" y="937901"/>
            <a:chExt cx="656322" cy="478541"/>
          </a:xfrm>
        </p:grpSpPr>
        <p:sp>
          <p:nvSpPr>
            <p:cNvPr id="149" name="Google Shape;149;p5"/>
            <p:cNvSpPr/>
            <p:nvPr/>
          </p:nvSpPr>
          <p:spPr>
            <a:xfrm>
              <a:off x="4469534" y="937901"/>
              <a:ext cx="655513" cy="397461"/>
            </a:xfrm>
            <a:custGeom>
              <a:rect b="b" l="l" r="r" t="t"/>
              <a:pathLst>
                <a:path extrusionOk="0" h="397461" w="655513">
                  <a:moveTo>
                    <a:pt x="446589" y="397461"/>
                  </a:moveTo>
                  <a:lnTo>
                    <a:pt x="59831" y="253036"/>
                  </a:lnTo>
                  <a:lnTo>
                    <a:pt x="0" y="152311"/>
                  </a:lnTo>
                  <a:lnTo>
                    <a:pt x="261347" y="0"/>
                  </a:lnTo>
                  <a:lnTo>
                    <a:pt x="655513" y="159184"/>
                  </a:lnTo>
                  <a:lnTo>
                    <a:pt x="446589" y="39746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5"/>
            <p:cNvSpPr/>
            <p:nvPr/>
          </p:nvSpPr>
          <p:spPr>
            <a:xfrm>
              <a:off x="4468725" y="1087913"/>
              <a:ext cx="468570" cy="328529"/>
            </a:xfrm>
            <a:custGeom>
              <a:rect b="b" l="l" r="r" t="t"/>
              <a:pathLst>
                <a:path extrusionOk="0" h="328529" w="468570">
                  <a:moveTo>
                    <a:pt x="69587" y="164066"/>
                  </a:moveTo>
                  <a:lnTo>
                    <a:pt x="0" y="0"/>
                  </a:lnTo>
                  <a:lnTo>
                    <a:pt x="468570" y="201929"/>
                  </a:lnTo>
                  <a:lnTo>
                    <a:pt x="427927" y="328530"/>
                  </a:lnTo>
                  <a:lnTo>
                    <a:pt x="69587" y="16406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5"/>
            <p:cNvSpPr/>
            <p:nvPr/>
          </p:nvSpPr>
          <p:spPr>
            <a:xfrm>
              <a:off x="4859530" y="1097086"/>
              <a:ext cx="265516" cy="319356"/>
            </a:xfrm>
            <a:custGeom>
              <a:rect b="b" l="l" r="r" t="t"/>
              <a:pathLst>
                <a:path extrusionOk="0" h="319356" w="265516">
                  <a:moveTo>
                    <a:pt x="0" y="158537"/>
                  </a:moveTo>
                  <a:lnTo>
                    <a:pt x="265517" y="0"/>
                  </a:lnTo>
                  <a:lnTo>
                    <a:pt x="253777" y="267958"/>
                  </a:lnTo>
                  <a:lnTo>
                    <a:pt x="37121" y="319357"/>
                  </a:lnTo>
                  <a:lnTo>
                    <a:pt x="0" y="15853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2" name="Google Shape;152;p5"/>
          <p:cNvGrpSpPr/>
          <p:nvPr/>
        </p:nvGrpSpPr>
        <p:grpSpPr>
          <a:xfrm flipH="1">
            <a:off x="804128" y="5395135"/>
            <a:ext cx="712775" cy="873752"/>
            <a:chOff x="6197557" y="3002680"/>
            <a:chExt cx="524678" cy="643174"/>
          </a:xfrm>
        </p:grpSpPr>
        <p:sp>
          <p:nvSpPr>
            <p:cNvPr id="153" name="Google Shape;153;p5"/>
            <p:cNvSpPr/>
            <p:nvPr/>
          </p:nvSpPr>
          <p:spPr>
            <a:xfrm>
              <a:off x="6248807" y="3002680"/>
              <a:ext cx="473428" cy="502222"/>
            </a:xfrm>
            <a:custGeom>
              <a:rect b="b" l="l" r="r" t="t"/>
              <a:pathLst>
                <a:path extrusionOk="0" h="502222" w="473428">
                  <a:moveTo>
                    <a:pt x="0" y="0"/>
                  </a:moveTo>
                  <a:lnTo>
                    <a:pt x="105089" y="324348"/>
                  </a:lnTo>
                  <a:lnTo>
                    <a:pt x="335549" y="502223"/>
                  </a:lnTo>
                  <a:lnTo>
                    <a:pt x="473428" y="454204"/>
                  </a:lnTo>
                  <a:lnTo>
                    <a:pt x="253696" y="1195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5"/>
            <p:cNvSpPr/>
            <p:nvPr/>
          </p:nvSpPr>
          <p:spPr>
            <a:xfrm>
              <a:off x="6197557" y="3002680"/>
              <a:ext cx="156338" cy="531243"/>
            </a:xfrm>
            <a:custGeom>
              <a:rect b="b" l="l" r="r" t="t"/>
              <a:pathLst>
                <a:path extrusionOk="0" h="531243" w="156338">
                  <a:moveTo>
                    <a:pt x="0" y="230658"/>
                  </a:moveTo>
                  <a:lnTo>
                    <a:pt x="51249" y="0"/>
                  </a:lnTo>
                  <a:lnTo>
                    <a:pt x="156339" y="324348"/>
                  </a:lnTo>
                  <a:lnTo>
                    <a:pt x="133467" y="531244"/>
                  </a:lnTo>
                  <a:lnTo>
                    <a:pt x="0" y="2306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6312322" y="3195379"/>
              <a:ext cx="409913" cy="450475"/>
            </a:xfrm>
            <a:custGeom>
              <a:rect b="b" l="l" r="r" t="t"/>
              <a:pathLst>
                <a:path extrusionOk="0" h="450475" w="409913">
                  <a:moveTo>
                    <a:pt x="18702" y="338545"/>
                  </a:moveTo>
                  <a:lnTo>
                    <a:pt x="0" y="0"/>
                  </a:lnTo>
                  <a:lnTo>
                    <a:pt x="409913" y="261505"/>
                  </a:lnTo>
                  <a:lnTo>
                    <a:pt x="215968" y="450475"/>
                  </a:lnTo>
                  <a:lnTo>
                    <a:pt x="18702" y="3385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6" name="Google Shape;156;p5"/>
          <p:cNvGrpSpPr/>
          <p:nvPr/>
        </p:nvGrpSpPr>
        <p:grpSpPr>
          <a:xfrm flipH="1">
            <a:off x="337275" y="2846868"/>
            <a:ext cx="2286686" cy="2289823"/>
            <a:chOff x="4593392" y="1441589"/>
            <a:chExt cx="1683243" cy="1685552"/>
          </a:xfrm>
        </p:grpSpPr>
        <p:sp>
          <p:nvSpPr>
            <p:cNvPr id="157" name="Google Shape;157;p5"/>
            <p:cNvSpPr/>
            <p:nvPr/>
          </p:nvSpPr>
          <p:spPr>
            <a:xfrm>
              <a:off x="4643547" y="1545109"/>
              <a:ext cx="1633088" cy="1582032"/>
            </a:xfrm>
            <a:custGeom>
              <a:rect b="b" l="l" r="r" t="t"/>
              <a:pathLst>
                <a:path extrusionOk="0" h="1582032" w="1653760">
                  <a:moveTo>
                    <a:pt x="1278115" y="0"/>
                  </a:moveTo>
                  <a:cubicBezTo>
                    <a:pt x="1278115" y="0"/>
                    <a:pt x="1326166" y="722772"/>
                    <a:pt x="1062795" y="991155"/>
                  </a:cubicBezTo>
                  <a:cubicBezTo>
                    <a:pt x="803634" y="1255283"/>
                    <a:pt x="237544" y="1176365"/>
                    <a:pt x="0" y="1110874"/>
                  </a:cubicBezTo>
                  <a:cubicBezTo>
                    <a:pt x="19836" y="1171940"/>
                    <a:pt x="287417" y="1421932"/>
                    <a:pt x="332756" y="1466433"/>
                  </a:cubicBezTo>
                  <a:cubicBezTo>
                    <a:pt x="554027" y="1683550"/>
                    <a:pt x="1001911" y="1585906"/>
                    <a:pt x="1333169" y="1248341"/>
                  </a:cubicBezTo>
                  <a:cubicBezTo>
                    <a:pt x="1664387" y="910771"/>
                    <a:pt x="1753405" y="461017"/>
                    <a:pt x="1532135" y="243900"/>
                  </a:cubicBezTo>
                  <a:cubicBezTo>
                    <a:pt x="1522176" y="234103"/>
                    <a:pt x="1278115" y="0"/>
                    <a:pt x="12781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5"/>
            <p:cNvSpPr/>
            <p:nvPr/>
          </p:nvSpPr>
          <p:spPr>
            <a:xfrm>
              <a:off x="4593392" y="1441589"/>
              <a:ext cx="1442681" cy="1453563"/>
            </a:xfrm>
            <a:custGeom>
              <a:rect b="b" l="l" r="r" t="t"/>
              <a:pathLst>
                <a:path extrusionOk="0" h="1453563" w="1442681">
                  <a:moveTo>
                    <a:pt x="994706" y="186"/>
                  </a:moveTo>
                  <a:cubicBezTo>
                    <a:pt x="780358" y="5452"/>
                    <a:pt x="527714" y="122670"/>
                    <a:pt x="320693" y="333650"/>
                  </a:cubicBezTo>
                  <a:cubicBezTo>
                    <a:pt x="-10525" y="671215"/>
                    <a:pt x="-99705" y="1120845"/>
                    <a:pt x="121606" y="1337962"/>
                  </a:cubicBezTo>
                  <a:cubicBezTo>
                    <a:pt x="342877" y="1555083"/>
                    <a:pt x="790761" y="1457438"/>
                    <a:pt x="1121979" y="1119869"/>
                  </a:cubicBezTo>
                  <a:cubicBezTo>
                    <a:pt x="1453196" y="782304"/>
                    <a:pt x="1542377" y="332675"/>
                    <a:pt x="1321106" y="115557"/>
                  </a:cubicBezTo>
                  <a:cubicBezTo>
                    <a:pt x="1238119" y="34137"/>
                    <a:pt x="1123315" y="-2976"/>
                    <a:pt x="994706" y="186"/>
                  </a:cubicBezTo>
                  <a:close/>
                  <a:moveTo>
                    <a:pt x="845573" y="399938"/>
                  </a:moveTo>
                  <a:cubicBezTo>
                    <a:pt x="903704" y="398509"/>
                    <a:pt x="955560" y="415256"/>
                    <a:pt x="993087" y="452058"/>
                  </a:cubicBezTo>
                  <a:cubicBezTo>
                    <a:pt x="1093075" y="550192"/>
                    <a:pt x="1052837" y="753501"/>
                    <a:pt x="903137" y="906079"/>
                  </a:cubicBezTo>
                  <a:cubicBezTo>
                    <a:pt x="753437" y="1058653"/>
                    <a:pt x="551031" y="1102762"/>
                    <a:pt x="451002" y="1004627"/>
                  </a:cubicBezTo>
                  <a:cubicBezTo>
                    <a:pt x="350973" y="906492"/>
                    <a:pt x="391252" y="703305"/>
                    <a:pt x="540951" y="550731"/>
                  </a:cubicBezTo>
                  <a:cubicBezTo>
                    <a:pt x="634503" y="455369"/>
                    <a:pt x="748701" y="402318"/>
                    <a:pt x="845573" y="39993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4986203" y="1827976"/>
              <a:ext cx="656440" cy="678044"/>
            </a:xfrm>
            <a:custGeom>
              <a:rect b="b" l="l" r="r" t="t"/>
              <a:pathLst>
                <a:path extrusionOk="0" h="656701" w="651553">
                  <a:moveTo>
                    <a:pt x="449336" y="84"/>
                  </a:moveTo>
                  <a:cubicBezTo>
                    <a:pt x="352424" y="2464"/>
                    <a:pt x="238267" y="55390"/>
                    <a:pt x="144714" y="150751"/>
                  </a:cubicBezTo>
                  <a:cubicBezTo>
                    <a:pt x="91400" y="205065"/>
                    <a:pt x="52336" y="265827"/>
                    <a:pt x="28169" y="325958"/>
                  </a:cubicBezTo>
                  <a:cubicBezTo>
                    <a:pt x="-15551" y="434735"/>
                    <a:pt x="-9641" y="541574"/>
                    <a:pt x="54765" y="604773"/>
                  </a:cubicBezTo>
                  <a:cubicBezTo>
                    <a:pt x="106662" y="655723"/>
                    <a:pt x="186289" y="667907"/>
                    <a:pt x="271704" y="646898"/>
                  </a:cubicBezTo>
                  <a:cubicBezTo>
                    <a:pt x="289759" y="567587"/>
                    <a:pt x="336150" y="482770"/>
                    <a:pt x="407964" y="409576"/>
                  </a:cubicBezTo>
                  <a:cubicBezTo>
                    <a:pt x="479899" y="336249"/>
                    <a:pt x="564019" y="288383"/>
                    <a:pt x="643120" y="268904"/>
                  </a:cubicBezTo>
                  <a:cubicBezTo>
                    <a:pt x="654819" y="217493"/>
                    <a:pt x="654495" y="168539"/>
                    <a:pt x="641217" y="126463"/>
                  </a:cubicBezTo>
                  <a:cubicBezTo>
                    <a:pt x="632311" y="98134"/>
                    <a:pt x="617900" y="72748"/>
                    <a:pt x="596930" y="52204"/>
                  </a:cubicBezTo>
                  <a:cubicBezTo>
                    <a:pt x="559445" y="15402"/>
                    <a:pt x="507467" y="-1345"/>
                    <a:pt x="449336" y="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0" name="Google Shape;160;p5"/>
          <p:cNvGrpSpPr/>
          <p:nvPr/>
        </p:nvGrpSpPr>
        <p:grpSpPr>
          <a:xfrm flipH="1" rot="2440826">
            <a:off x="557043" y="740550"/>
            <a:ext cx="1847135" cy="1054707"/>
            <a:chOff x="6220591" y="624724"/>
            <a:chExt cx="1359724" cy="776397"/>
          </a:xfrm>
        </p:grpSpPr>
        <p:sp>
          <p:nvSpPr>
            <p:cNvPr id="161" name="Google Shape;161;p5"/>
            <p:cNvSpPr/>
            <p:nvPr/>
          </p:nvSpPr>
          <p:spPr>
            <a:xfrm>
              <a:off x="6220591" y="624724"/>
              <a:ext cx="1359724" cy="686349"/>
            </a:xfrm>
            <a:custGeom>
              <a:rect b="b" l="l" r="r" t="t"/>
              <a:pathLst>
                <a:path extrusionOk="0" h="686349" w="1359724">
                  <a:moveTo>
                    <a:pt x="1359725" y="454951"/>
                  </a:moveTo>
                  <a:lnTo>
                    <a:pt x="1295562" y="102363"/>
                  </a:lnTo>
                  <a:lnTo>
                    <a:pt x="1295076" y="102448"/>
                  </a:lnTo>
                  <a:cubicBezTo>
                    <a:pt x="1295602" y="97716"/>
                    <a:pt x="1296088" y="92988"/>
                    <a:pt x="1295238" y="88413"/>
                  </a:cubicBezTo>
                  <a:cubicBezTo>
                    <a:pt x="1277750" y="-5669"/>
                    <a:pt x="973979" y="-28258"/>
                    <a:pt x="616732" y="38051"/>
                  </a:cubicBezTo>
                  <a:cubicBezTo>
                    <a:pt x="259485" y="104355"/>
                    <a:pt x="-15990" y="234502"/>
                    <a:pt x="1457" y="328585"/>
                  </a:cubicBezTo>
                  <a:cubicBezTo>
                    <a:pt x="1619" y="329398"/>
                    <a:pt x="2186" y="330091"/>
                    <a:pt x="2388" y="330892"/>
                  </a:cubicBezTo>
                  <a:lnTo>
                    <a:pt x="0" y="331329"/>
                  </a:lnTo>
                  <a:lnTo>
                    <a:pt x="62584" y="686350"/>
                  </a:lnTo>
                  <a:lnTo>
                    <a:pt x="1359725" y="45495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5"/>
            <p:cNvSpPr/>
            <p:nvPr/>
          </p:nvSpPr>
          <p:spPr>
            <a:xfrm>
              <a:off x="6284859" y="984273"/>
              <a:ext cx="1295270" cy="416848"/>
            </a:xfrm>
            <a:custGeom>
              <a:rect b="b" l="l" r="r" t="t"/>
              <a:pathLst>
                <a:path extrusionOk="0" h="416848" w="1295270">
                  <a:moveTo>
                    <a:pt x="1294485" y="88366"/>
                  </a:moveTo>
                  <a:cubicBezTo>
                    <a:pt x="1311933" y="182448"/>
                    <a:pt x="1036498" y="312470"/>
                    <a:pt x="679251" y="378774"/>
                  </a:cubicBezTo>
                  <a:cubicBezTo>
                    <a:pt x="322004" y="445083"/>
                    <a:pt x="18273" y="422563"/>
                    <a:pt x="785" y="328480"/>
                  </a:cubicBezTo>
                  <a:cubicBezTo>
                    <a:pt x="-16662" y="234398"/>
                    <a:pt x="258772" y="104380"/>
                    <a:pt x="616019" y="38072"/>
                  </a:cubicBezTo>
                  <a:cubicBezTo>
                    <a:pt x="973266" y="-28232"/>
                    <a:pt x="1276997" y="-5717"/>
                    <a:pt x="1294485" y="8836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6642623" y="1101719"/>
              <a:ext cx="579706" cy="181954"/>
            </a:xfrm>
            <a:custGeom>
              <a:rect b="b" l="l" r="r" t="t"/>
              <a:pathLst>
                <a:path extrusionOk="0" h="181954" w="579706">
                  <a:moveTo>
                    <a:pt x="579394" y="39803"/>
                  </a:moveTo>
                  <a:cubicBezTo>
                    <a:pt x="586761" y="81341"/>
                    <a:pt x="463051" y="137921"/>
                    <a:pt x="303150" y="166185"/>
                  </a:cubicBezTo>
                  <a:cubicBezTo>
                    <a:pt x="143249" y="194449"/>
                    <a:pt x="7677" y="183689"/>
                    <a:pt x="309" y="142152"/>
                  </a:cubicBezTo>
                  <a:cubicBezTo>
                    <a:pt x="-7017" y="100618"/>
                    <a:pt x="116653" y="44033"/>
                    <a:pt x="276594" y="15769"/>
                  </a:cubicBezTo>
                  <a:cubicBezTo>
                    <a:pt x="436495" y="-12495"/>
                    <a:pt x="572067" y="-1735"/>
                    <a:pt x="579394" y="3980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4" name="Google Shape;164;p5"/>
          <p:cNvSpPr/>
          <p:nvPr/>
        </p:nvSpPr>
        <p:spPr>
          <a:xfrm flipH="1">
            <a:off x="2053672" y="5733290"/>
            <a:ext cx="607123" cy="607123"/>
          </a:xfrm>
          <a:custGeom>
            <a:rect b="b" l="l" r="r" t="t"/>
            <a:pathLst>
              <a:path extrusionOk="0" h="447236" w="447236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5"/>
          <p:cNvSpPr/>
          <p:nvPr/>
        </p:nvSpPr>
        <p:spPr>
          <a:xfrm flipH="1">
            <a:off x="2440904" y="572721"/>
            <a:ext cx="359399" cy="359389"/>
          </a:xfrm>
          <a:custGeom>
            <a:rect b="b" l="l" r="r" t="t"/>
            <a:pathLst>
              <a:path extrusionOk="0" h="264743" w="264751">
                <a:moveTo>
                  <a:pt x="0" y="132163"/>
                </a:moveTo>
                <a:lnTo>
                  <a:pt x="132580" y="0"/>
                </a:lnTo>
                <a:lnTo>
                  <a:pt x="264752" y="132580"/>
                </a:lnTo>
                <a:lnTo>
                  <a:pt x="132176" y="264743"/>
                </a:lnTo>
                <a:lnTo>
                  <a:pt x="0" y="132163"/>
                </a:lnTo>
                <a:close/>
              </a:path>
            </a:pathLst>
          </a:cu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ubtitle and text">
  <p:cSld name="CUSTOM_2">
    <p:bg>
      <p:bgPr>
        <a:solidFill>
          <a:schemeClr val="dk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 txBox="1"/>
          <p:nvPr>
            <p:ph type="title"/>
          </p:nvPr>
        </p:nvSpPr>
        <p:spPr>
          <a:xfrm>
            <a:off x="5267250" y="1818150"/>
            <a:ext cx="6143700" cy="1297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7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8" name="Google Shape;168;p6"/>
          <p:cNvSpPr txBox="1"/>
          <p:nvPr>
            <p:ph idx="1" type="subTitle"/>
          </p:nvPr>
        </p:nvSpPr>
        <p:spPr>
          <a:xfrm>
            <a:off x="5267248" y="3228122"/>
            <a:ext cx="6143700" cy="530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b="1" sz="30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69" name="Google Shape;169;p6"/>
          <p:cNvSpPr txBox="1"/>
          <p:nvPr>
            <p:ph idx="2" type="body"/>
          </p:nvPr>
        </p:nvSpPr>
        <p:spPr>
          <a:xfrm>
            <a:off x="5267260" y="3742051"/>
            <a:ext cx="6143700" cy="1297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683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  <a:lvl2pPr indent="-3683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indent="-3683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indent="-3683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indent="-3683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indent="-3683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indent="-3683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indent="-3683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indent="-3683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170" name="Google Shape;170;p6"/>
          <p:cNvGrpSpPr/>
          <p:nvPr/>
        </p:nvGrpSpPr>
        <p:grpSpPr>
          <a:xfrm flipH="1">
            <a:off x="1367519" y="1780818"/>
            <a:ext cx="2597891" cy="2597879"/>
            <a:chOff x="4616075" y="1332525"/>
            <a:chExt cx="1915566" cy="1881022"/>
          </a:xfrm>
        </p:grpSpPr>
        <p:sp>
          <p:nvSpPr>
            <p:cNvPr id="171" name="Google Shape;171;p6"/>
            <p:cNvSpPr/>
            <p:nvPr/>
          </p:nvSpPr>
          <p:spPr>
            <a:xfrm>
              <a:off x="4616077" y="1332525"/>
              <a:ext cx="1912253" cy="4048"/>
            </a:xfrm>
            <a:custGeom>
              <a:rect b="b" l="l" r="r" t="t"/>
              <a:pathLst>
                <a:path extrusionOk="0" h="4048" w="1912253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6"/>
            <p:cNvSpPr/>
            <p:nvPr/>
          </p:nvSpPr>
          <p:spPr>
            <a:xfrm>
              <a:off x="4616077" y="1645356"/>
              <a:ext cx="1912253" cy="4048"/>
            </a:xfrm>
            <a:custGeom>
              <a:rect b="b" l="l" r="r" t="t"/>
              <a:pathLst>
                <a:path extrusionOk="0" h="4048" w="1912253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6"/>
            <p:cNvSpPr/>
            <p:nvPr/>
          </p:nvSpPr>
          <p:spPr>
            <a:xfrm>
              <a:off x="4616077" y="1958183"/>
              <a:ext cx="1912253" cy="4048"/>
            </a:xfrm>
            <a:custGeom>
              <a:rect b="b" l="l" r="r" t="t"/>
              <a:pathLst>
                <a:path extrusionOk="0" h="4048" w="1912253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6"/>
            <p:cNvSpPr/>
            <p:nvPr/>
          </p:nvSpPr>
          <p:spPr>
            <a:xfrm>
              <a:off x="4616077" y="2271014"/>
              <a:ext cx="1912253" cy="4048"/>
            </a:xfrm>
            <a:custGeom>
              <a:rect b="b" l="l" r="r" t="t"/>
              <a:pathLst>
                <a:path extrusionOk="0" h="4048" w="1912253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6"/>
            <p:cNvSpPr/>
            <p:nvPr/>
          </p:nvSpPr>
          <p:spPr>
            <a:xfrm>
              <a:off x="4616077" y="2583841"/>
              <a:ext cx="1912253" cy="4048"/>
            </a:xfrm>
            <a:custGeom>
              <a:rect b="b" l="l" r="r" t="t"/>
              <a:pathLst>
                <a:path extrusionOk="0" h="4048" w="1912253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6"/>
            <p:cNvSpPr/>
            <p:nvPr/>
          </p:nvSpPr>
          <p:spPr>
            <a:xfrm>
              <a:off x="4616077" y="2896672"/>
              <a:ext cx="1912253" cy="4048"/>
            </a:xfrm>
            <a:custGeom>
              <a:rect b="b" l="l" r="r" t="t"/>
              <a:pathLst>
                <a:path extrusionOk="0" h="4048" w="1912253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6"/>
            <p:cNvSpPr/>
            <p:nvPr/>
          </p:nvSpPr>
          <p:spPr>
            <a:xfrm>
              <a:off x="4616077" y="3209499"/>
              <a:ext cx="1912253" cy="4048"/>
            </a:xfrm>
            <a:custGeom>
              <a:rect b="b" l="l" r="r" t="t"/>
              <a:pathLst>
                <a:path extrusionOk="0" h="4048" w="1912253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6"/>
            <p:cNvSpPr/>
            <p:nvPr/>
          </p:nvSpPr>
          <p:spPr>
            <a:xfrm>
              <a:off x="4616075" y="1332525"/>
              <a:ext cx="4048" cy="1876973"/>
            </a:xfrm>
            <a:custGeom>
              <a:rect b="b" l="l" r="r" t="t"/>
              <a:pathLst>
                <a:path extrusionOk="0" h="1876973" w="4048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6"/>
            <p:cNvSpPr/>
            <p:nvPr/>
          </p:nvSpPr>
          <p:spPr>
            <a:xfrm>
              <a:off x="4941627" y="1332525"/>
              <a:ext cx="4048" cy="1876973"/>
            </a:xfrm>
            <a:custGeom>
              <a:rect b="b" l="l" r="r" t="t"/>
              <a:pathLst>
                <a:path extrusionOk="0" h="1876973" w="4048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6"/>
            <p:cNvSpPr/>
            <p:nvPr/>
          </p:nvSpPr>
          <p:spPr>
            <a:xfrm>
              <a:off x="5256733" y="1332525"/>
              <a:ext cx="4048" cy="1876973"/>
            </a:xfrm>
            <a:custGeom>
              <a:rect b="b" l="l" r="r" t="t"/>
              <a:pathLst>
                <a:path extrusionOk="0" h="1876973" w="4048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6"/>
            <p:cNvSpPr/>
            <p:nvPr/>
          </p:nvSpPr>
          <p:spPr>
            <a:xfrm>
              <a:off x="5571839" y="1332525"/>
              <a:ext cx="4048" cy="1876973"/>
            </a:xfrm>
            <a:custGeom>
              <a:rect b="b" l="l" r="r" t="t"/>
              <a:pathLst>
                <a:path extrusionOk="0" h="1876973" w="4048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5886945" y="1332525"/>
              <a:ext cx="4048" cy="1876973"/>
            </a:xfrm>
            <a:custGeom>
              <a:rect b="b" l="l" r="r" t="t"/>
              <a:pathLst>
                <a:path extrusionOk="0" h="1876973" w="4048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6202051" y="1332525"/>
              <a:ext cx="4048" cy="1876973"/>
            </a:xfrm>
            <a:custGeom>
              <a:rect b="b" l="l" r="r" t="t"/>
              <a:pathLst>
                <a:path extrusionOk="0" h="1876973" w="4048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6"/>
            <p:cNvSpPr/>
            <p:nvPr/>
          </p:nvSpPr>
          <p:spPr>
            <a:xfrm>
              <a:off x="6527594" y="1332525"/>
              <a:ext cx="4048" cy="1876973"/>
            </a:xfrm>
            <a:custGeom>
              <a:rect b="b" l="l" r="r" t="t"/>
              <a:pathLst>
                <a:path extrusionOk="0" h="1876973" w="4048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5" name="Google Shape;185;p6"/>
          <p:cNvGrpSpPr/>
          <p:nvPr/>
        </p:nvGrpSpPr>
        <p:grpSpPr>
          <a:xfrm flipH="1">
            <a:off x="3287382" y="1305991"/>
            <a:ext cx="891613" cy="650098"/>
            <a:chOff x="4468725" y="937901"/>
            <a:chExt cx="656322" cy="478541"/>
          </a:xfrm>
        </p:grpSpPr>
        <p:sp>
          <p:nvSpPr>
            <p:cNvPr id="186" name="Google Shape;186;p6"/>
            <p:cNvSpPr/>
            <p:nvPr/>
          </p:nvSpPr>
          <p:spPr>
            <a:xfrm>
              <a:off x="4469534" y="937901"/>
              <a:ext cx="655513" cy="397461"/>
            </a:xfrm>
            <a:custGeom>
              <a:rect b="b" l="l" r="r" t="t"/>
              <a:pathLst>
                <a:path extrusionOk="0" h="397461" w="655513">
                  <a:moveTo>
                    <a:pt x="446589" y="397461"/>
                  </a:moveTo>
                  <a:lnTo>
                    <a:pt x="59831" y="253036"/>
                  </a:lnTo>
                  <a:lnTo>
                    <a:pt x="0" y="152311"/>
                  </a:lnTo>
                  <a:lnTo>
                    <a:pt x="261347" y="0"/>
                  </a:lnTo>
                  <a:lnTo>
                    <a:pt x="655513" y="159184"/>
                  </a:lnTo>
                  <a:lnTo>
                    <a:pt x="446589" y="39746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6"/>
            <p:cNvSpPr/>
            <p:nvPr/>
          </p:nvSpPr>
          <p:spPr>
            <a:xfrm>
              <a:off x="4468725" y="1087913"/>
              <a:ext cx="468570" cy="328529"/>
            </a:xfrm>
            <a:custGeom>
              <a:rect b="b" l="l" r="r" t="t"/>
              <a:pathLst>
                <a:path extrusionOk="0" h="328529" w="468570">
                  <a:moveTo>
                    <a:pt x="69587" y="164066"/>
                  </a:moveTo>
                  <a:lnTo>
                    <a:pt x="0" y="0"/>
                  </a:lnTo>
                  <a:lnTo>
                    <a:pt x="468570" y="201929"/>
                  </a:lnTo>
                  <a:lnTo>
                    <a:pt x="427927" y="328530"/>
                  </a:lnTo>
                  <a:lnTo>
                    <a:pt x="69587" y="16406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6"/>
            <p:cNvSpPr/>
            <p:nvPr/>
          </p:nvSpPr>
          <p:spPr>
            <a:xfrm>
              <a:off x="4859530" y="1097086"/>
              <a:ext cx="265516" cy="319356"/>
            </a:xfrm>
            <a:custGeom>
              <a:rect b="b" l="l" r="r" t="t"/>
              <a:pathLst>
                <a:path extrusionOk="0" h="319356" w="265516">
                  <a:moveTo>
                    <a:pt x="0" y="158537"/>
                  </a:moveTo>
                  <a:lnTo>
                    <a:pt x="265517" y="0"/>
                  </a:lnTo>
                  <a:lnTo>
                    <a:pt x="253777" y="267958"/>
                  </a:lnTo>
                  <a:lnTo>
                    <a:pt x="37121" y="319357"/>
                  </a:lnTo>
                  <a:lnTo>
                    <a:pt x="0" y="15853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9" name="Google Shape;189;p6"/>
          <p:cNvGrpSpPr/>
          <p:nvPr/>
        </p:nvGrpSpPr>
        <p:grpSpPr>
          <a:xfrm flipH="1">
            <a:off x="492602" y="3433043"/>
            <a:ext cx="712775" cy="873752"/>
            <a:chOff x="6197557" y="3002680"/>
            <a:chExt cx="524678" cy="643174"/>
          </a:xfrm>
        </p:grpSpPr>
        <p:sp>
          <p:nvSpPr>
            <p:cNvPr id="190" name="Google Shape;190;p6"/>
            <p:cNvSpPr/>
            <p:nvPr/>
          </p:nvSpPr>
          <p:spPr>
            <a:xfrm>
              <a:off x="6248807" y="3002680"/>
              <a:ext cx="473428" cy="502222"/>
            </a:xfrm>
            <a:custGeom>
              <a:rect b="b" l="l" r="r" t="t"/>
              <a:pathLst>
                <a:path extrusionOk="0" h="502222" w="473428">
                  <a:moveTo>
                    <a:pt x="0" y="0"/>
                  </a:moveTo>
                  <a:lnTo>
                    <a:pt x="105089" y="324348"/>
                  </a:lnTo>
                  <a:lnTo>
                    <a:pt x="335549" y="502223"/>
                  </a:lnTo>
                  <a:lnTo>
                    <a:pt x="473428" y="454204"/>
                  </a:lnTo>
                  <a:lnTo>
                    <a:pt x="253696" y="1195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6"/>
            <p:cNvSpPr/>
            <p:nvPr/>
          </p:nvSpPr>
          <p:spPr>
            <a:xfrm>
              <a:off x="6197557" y="3002680"/>
              <a:ext cx="156338" cy="531243"/>
            </a:xfrm>
            <a:custGeom>
              <a:rect b="b" l="l" r="r" t="t"/>
              <a:pathLst>
                <a:path extrusionOk="0" h="531243" w="156338">
                  <a:moveTo>
                    <a:pt x="0" y="230658"/>
                  </a:moveTo>
                  <a:lnTo>
                    <a:pt x="51249" y="0"/>
                  </a:lnTo>
                  <a:lnTo>
                    <a:pt x="156339" y="324348"/>
                  </a:lnTo>
                  <a:lnTo>
                    <a:pt x="133467" y="531244"/>
                  </a:lnTo>
                  <a:lnTo>
                    <a:pt x="0" y="23065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6"/>
            <p:cNvSpPr/>
            <p:nvPr/>
          </p:nvSpPr>
          <p:spPr>
            <a:xfrm>
              <a:off x="6312322" y="3195379"/>
              <a:ext cx="409913" cy="450475"/>
            </a:xfrm>
            <a:custGeom>
              <a:rect b="b" l="l" r="r" t="t"/>
              <a:pathLst>
                <a:path extrusionOk="0" h="450475" w="409913">
                  <a:moveTo>
                    <a:pt x="18702" y="338545"/>
                  </a:moveTo>
                  <a:lnTo>
                    <a:pt x="0" y="0"/>
                  </a:lnTo>
                  <a:lnTo>
                    <a:pt x="409913" y="261505"/>
                  </a:lnTo>
                  <a:lnTo>
                    <a:pt x="215968" y="450475"/>
                  </a:lnTo>
                  <a:lnTo>
                    <a:pt x="18702" y="3385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3" name="Google Shape;193;p6"/>
          <p:cNvSpPr/>
          <p:nvPr/>
        </p:nvSpPr>
        <p:spPr>
          <a:xfrm flipH="1">
            <a:off x="10124948" y="-949152"/>
            <a:ext cx="2905255" cy="2905253"/>
          </a:xfrm>
          <a:custGeom>
            <a:rect b="b" l="l" r="r" t="t"/>
            <a:pathLst>
              <a:path extrusionOk="0" h="2192644" w="2192645">
                <a:moveTo>
                  <a:pt x="0" y="1096323"/>
                </a:moveTo>
                <a:cubicBezTo>
                  <a:pt x="0" y="490841"/>
                  <a:pt x="490840" y="0"/>
                  <a:pt x="1096324" y="0"/>
                </a:cubicBezTo>
                <a:cubicBezTo>
                  <a:pt x="1701806" y="0"/>
                  <a:pt x="2192646" y="490841"/>
                  <a:pt x="2192646" y="1096323"/>
                </a:cubicBezTo>
                <a:cubicBezTo>
                  <a:pt x="2192646" y="1701805"/>
                  <a:pt x="1701806" y="2192645"/>
                  <a:pt x="1096324" y="2192645"/>
                </a:cubicBezTo>
                <a:cubicBezTo>
                  <a:pt x="490840" y="2192645"/>
                  <a:pt x="0" y="1701805"/>
                  <a:pt x="0" y="1096323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4" name="Google Shape;194;p6"/>
          <p:cNvGrpSpPr/>
          <p:nvPr/>
        </p:nvGrpSpPr>
        <p:grpSpPr>
          <a:xfrm flipH="1">
            <a:off x="1526787" y="2016975"/>
            <a:ext cx="2283267" cy="2289816"/>
            <a:chOff x="4593397" y="1441597"/>
            <a:chExt cx="1680726" cy="1685547"/>
          </a:xfrm>
        </p:grpSpPr>
        <p:sp>
          <p:nvSpPr>
            <p:cNvPr id="195" name="Google Shape;195;p6"/>
            <p:cNvSpPr/>
            <p:nvPr/>
          </p:nvSpPr>
          <p:spPr>
            <a:xfrm>
              <a:off x="4636901" y="1545112"/>
              <a:ext cx="1637222" cy="1582032"/>
            </a:xfrm>
            <a:custGeom>
              <a:rect b="b" l="l" r="r" t="t"/>
              <a:pathLst>
                <a:path extrusionOk="0" h="1582032" w="1653760">
                  <a:moveTo>
                    <a:pt x="1278115" y="0"/>
                  </a:moveTo>
                  <a:cubicBezTo>
                    <a:pt x="1278115" y="0"/>
                    <a:pt x="1326166" y="722772"/>
                    <a:pt x="1062795" y="991155"/>
                  </a:cubicBezTo>
                  <a:cubicBezTo>
                    <a:pt x="803634" y="1255283"/>
                    <a:pt x="237544" y="1176365"/>
                    <a:pt x="0" y="1110874"/>
                  </a:cubicBezTo>
                  <a:cubicBezTo>
                    <a:pt x="19836" y="1171940"/>
                    <a:pt x="287417" y="1421932"/>
                    <a:pt x="332756" y="1466433"/>
                  </a:cubicBezTo>
                  <a:cubicBezTo>
                    <a:pt x="554027" y="1683550"/>
                    <a:pt x="1001911" y="1585906"/>
                    <a:pt x="1333169" y="1248341"/>
                  </a:cubicBezTo>
                  <a:cubicBezTo>
                    <a:pt x="1664387" y="910771"/>
                    <a:pt x="1753405" y="461017"/>
                    <a:pt x="1532135" y="243900"/>
                  </a:cubicBezTo>
                  <a:cubicBezTo>
                    <a:pt x="1522176" y="234103"/>
                    <a:pt x="1278115" y="0"/>
                    <a:pt x="12781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6"/>
            <p:cNvSpPr/>
            <p:nvPr/>
          </p:nvSpPr>
          <p:spPr>
            <a:xfrm>
              <a:off x="4593397" y="1441597"/>
              <a:ext cx="1442681" cy="1464465"/>
            </a:xfrm>
            <a:custGeom>
              <a:rect b="b" l="l" r="r" t="t"/>
              <a:pathLst>
                <a:path extrusionOk="0" h="1453563" w="1442681">
                  <a:moveTo>
                    <a:pt x="994706" y="186"/>
                  </a:moveTo>
                  <a:cubicBezTo>
                    <a:pt x="780358" y="5452"/>
                    <a:pt x="527714" y="122670"/>
                    <a:pt x="320693" y="333650"/>
                  </a:cubicBezTo>
                  <a:cubicBezTo>
                    <a:pt x="-10525" y="671215"/>
                    <a:pt x="-99705" y="1120845"/>
                    <a:pt x="121606" y="1337962"/>
                  </a:cubicBezTo>
                  <a:cubicBezTo>
                    <a:pt x="342877" y="1555083"/>
                    <a:pt x="790761" y="1457438"/>
                    <a:pt x="1121979" y="1119869"/>
                  </a:cubicBezTo>
                  <a:cubicBezTo>
                    <a:pt x="1453196" y="782304"/>
                    <a:pt x="1542377" y="332675"/>
                    <a:pt x="1321106" y="115557"/>
                  </a:cubicBezTo>
                  <a:cubicBezTo>
                    <a:pt x="1238119" y="34137"/>
                    <a:pt x="1123315" y="-2976"/>
                    <a:pt x="994706" y="186"/>
                  </a:cubicBezTo>
                  <a:close/>
                  <a:moveTo>
                    <a:pt x="845573" y="399938"/>
                  </a:moveTo>
                  <a:cubicBezTo>
                    <a:pt x="903704" y="398509"/>
                    <a:pt x="955560" y="415256"/>
                    <a:pt x="993087" y="452058"/>
                  </a:cubicBezTo>
                  <a:cubicBezTo>
                    <a:pt x="1093075" y="550192"/>
                    <a:pt x="1052837" y="753501"/>
                    <a:pt x="903137" y="906079"/>
                  </a:cubicBezTo>
                  <a:cubicBezTo>
                    <a:pt x="753437" y="1058653"/>
                    <a:pt x="551031" y="1102762"/>
                    <a:pt x="451002" y="1004627"/>
                  </a:cubicBezTo>
                  <a:cubicBezTo>
                    <a:pt x="350973" y="906492"/>
                    <a:pt x="391252" y="703305"/>
                    <a:pt x="540951" y="550731"/>
                  </a:cubicBezTo>
                  <a:cubicBezTo>
                    <a:pt x="634503" y="455369"/>
                    <a:pt x="748701" y="402318"/>
                    <a:pt x="845573" y="39993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6"/>
            <p:cNvSpPr/>
            <p:nvPr/>
          </p:nvSpPr>
          <p:spPr>
            <a:xfrm>
              <a:off x="4986203" y="1827976"/>
              <a:ext cx="656440" cy="678044"/>
            </a:xfrm>
            <a:custGeom>
              <a:rect b="b" l="l" r="r" t="t"/>
              <a:pathLst>
                <a:path extrusionOk="0" h="656701" w="651553">
                  <a:moveTo>
                    <a:pt x="449336" y="84"/>
                  </a:moveTo>
                  <a:cubicBezTo>
                    <a:pt x="352424" y="2464"/>
                    <a:pt x="238267" y="55390"/>
                    <a:pt x="144714" y="150751"/>
                  </a:cubicBezTo>
                  <a:cubicBezTo>
                    <a:pt x="91400" y="205065"/>
                    <a:pt x="52336" y="265827"/>
                    <a:pt x="28169" y="325958"/>
                  </a:cubicBezTo>
                  <a:cubicBezTo>
                    <a:pt x="-15551" y="434735"/>
                    <a:pt x="-9641" y="541574"/>
                    <a:pt x="54765" y="604773"/>
                  </a:cubicBezTo>
                  <a:cubicBezTo>
                    <a:pt x="106662" y="655723"/>
                    <a:pt x="186289" y="667907"/>
                    <a:pt x="271704" y="646898"/>
                  </a:cubicBezTo>
                  <a:cubicBezTo>
                    <a:pt x="289759" y="567587"/>
                    <a:pt x="336150" y="482770"/>
                    <a:pt x="407964" y="409576"/>
                  </a:cubicBezTo>
                  <a:cubicBezTo>
                    <a:pt x="479899" y="336249"/>
                    <a:pt x="564019" y="288383"/>
                    <a:pt x="643120" y="268904"/>
                  </a:cubicBezTo>
                  <a:cubicBezTo>
                    <a:pt x="654819" y="217493"/>
                    <a:pt x="654495" y="168539"/>
                    <a:pt x="641217" y="126463"/>
                  </a:cubicBezTo>
                  <a:cubicBezTo>
                    <a:pt x="632311" y="98134"/>
                    <a:pt x="617900" y="72748"/>
                    <a:pt x="596930" y="52204"/>
                  </a:cubicBezTo>
                  <a:cubicBezTo>
                    <a:pt x="559445" y="15402"/>
                    <a:pt x="507467" y="-1345"/>
                    <a:pt x="449336" y="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8" name="Google Shape;198;p6"/>
          <p:cNvGrpSpPr/>
          <p:nvPr/>
        </p:nvGrpSpPr>
        <p:grpSpPr>
          <a:xfrm flipH="1">
            <a:off x="2510395" y="4845101"/>
            <a:ext cx="1668612" cy="1391255"/>
            <a:chOff x="3790450" y="2922745"/>
            <a:chExt cx="1228275" cy="1024111"/>
          </a:xfrm>
        </p:grpSpPr>
        <p:sp>
          <p:nvSpPr>
            <p:cNvPr id="199" name="Google Shape;199;p6"/>
            <p:cNvSpPr/>
            <p:nvPr/>
          </p:nvSpPr>
          <p:spPr>
            <a:xfrm>
              <a:off x="3790450" y="2942602"/>
              <a:ext cx="1220561" cy="1004254"/>
            </a:xfrm>
            <a:custGeom>
              <a:rect b="b" l="l" r="r" t="t"/>
              <a:pathLst>
                <a:path extrusionOk="0" h="1004254" w="1220561">
                  <a:moveTo>
                    <a:pt x="207279" y="0"/>
                  </a:moveTo>
                  <a:lnTo>
                    <a:pt x="17224" y="276831"/>
                  </a:lnTo>
                  <a:lnTo>
                    <a:pt x="17600" y="277090"/>
                  </a:lnTo>
                  <a:cubicBezTo>
                    <a:pt x="14139" y="279899"/>
                    <a:pt x="10694" y="282725"/>
                    <a:pt x="8241" y="286328"/>
                  </a:cubicBezTo>
                  <a:cubicBezTo>
                    <a:pt x="-42239" y="360421"/>
                    <a:pt x="144416" y="575627"/>
                    <a:pt x="425186" y="766921"/>
                  </a:cubicBezTo>
                  <a:cubicBezTo>
                    <a:pt x="705963" y="958211"/>
                    <a:pt x="974597" y="1053168"/>
                    <a:pt x="1025077" y="979071"/>
                  </a:cubicBezTo>
                  <a:cubicBezTo>
                    <a:pt x="1025523" y="978432"/>
                    <a:pt x="1025603" y="977590"/>
                    <a:pt x="1026008" y="976934"/>
                  </a:cubicBezTo>
                  <a:lnTo>
                    <a:pt x="1027870" y="978221"/>
                  </a:lnTo>
                  <a:lnTo>
                    <a:pt x="1220561" y="700799"/>
                  </a:lnTo>
                  <a:lnTo>
                    <a:pt x="20727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6"/>
            <p:cNvSpPr/>
            <p:nvPr/>
          </p:nvSpPr>
          <p:spPr>
            <a:xfrm>
              <a:off x="3985489" y="2922745"/>
              <a:ext cx="1033236" cy="743083"/>
            </a:xfrm>
            <a:custGeom>
              <a:rect b="b" l="l" r="r" t="t"/>
              <a:pathLst>
                <a:path extrusionOk="0" h="743083" w="1033236">
                  <a:moveTo>
                    <a:pt x="8241" y="25176"/>
                  </a:moveTo>
                  <a:cubicBezTo>
                    <a:pt x="58721" y="-48921"/>
                    <a:pt x="327261" y="46085"/>
                    <a:pt x="608039" y="237379"/>
                  </a:cubicBezTo>
                  <a:cubicBezTo>
                    <a:pt x="888817" y="428669"/>
                    <a:pt x="1075476" y="643811"/>
                    <a:pt x="1024996" y="717908"/>
                  </a:cubicBezTo>
                  <a:cubicBezTo>
                    <a:pt x="974516" y="792005"/>
                    <a:pt x="706004" y="696995"/>
                    <a:pt x="425226" y="505705"/>
                  </a:cubicBezTo>
                  <a:cubicBezTo>
                    <a:pt x="144448" y="314411"/>
                    <a:pt x="-42243" y="99273"/>
                    <a:pt x="8241" y="2517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6"/>
            <p:cNvSpPr/>
            <p:nvPr/>
          </p:nvSpPr>
          <p:spPr>
            <a:xfrm>
              <a:off x="4272537" y="3126827"/>
              <a:ext cx="459128" cy="334918"/>
            </a:xfrm>
            <a:custGeom>
              <a:rect b="b" l="l" r="r" t="t"/>
              <a:pathLst>
                <a:path extrusionOk="0" h="334918" w="459128">
                  <a:moveTo>
                    <a:pt x="3699" y="10708"/>
                  </a:moveTo>
                  <a:cubicBezTo>
                    <a:pt x="26247" y="-21762"/>
                    <a:pt x="145626" y="22096"/>
                    <a:pt x="270389" y="108669"/>
                  </a:cubicBezTo>
                  <a:cubicBezTo>
                    <a:pt x="395112" y="195242"/>
                    <a:pt x="477977" y="291741"/>
                    <a:pt x="455429" y="324211"/>
                  </a:cubicBezTo>
                  <a:cubicBezTo>
                    <a:pt x="432922" y="356681"/>
                    <a:pt x="313543" y="312820"/>
                    <a:pt x="188779" y="226251"/>
                  </a:cubicBezTo>
                  <a:cubicBezTo>
                    <a:pt x="64016" y="139677"/>
                    <a:pt x="-18849" y="43174"/>
                    <a:pt x="3699" y="107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2" name="Google Shape;202;p6"/>
          <p:cNvGrpSpPr/>
          <p:nvPr/>
        </p:nvGrpSpPr>
        <p:grpSpPr>
          <a:xfrm flipH="1">
            <a:off x="34725" y="251265"/>
            <a:ext cx="1847185" cy="1054735"/>
            <a:chOff x="6220591" y="624724"/>
            <a:chExt cx="1359724" cy="776397"/>
          </a:xfrm>
        </p:grpSpPr>
        <p:sp>
          <p:nvSpPr>
            <p:cNvPr id="203" name="Google Shape;203;p6"/>
            <p:cNvSpPr/>
            <p:nvPr/>
          </p:nvSpPr>
          <p:spPr>
            <a:xfrm>
              <a:off x="6220591" y="624724"/>
              <a:ext cx="1359724" cy="686349"/>
            </a:xfrm>
            <a:custGeom>
              <a:rect b="b" l="l" r="r" t="t"/>
              <a:pathLst>
                <a:path extrusionOk="0" h="686349" w="1359724">
                  <a:moveTo>
                    <a:pt x="1359725" y="454951"/>
                  </a:moveTo>
                  <a:lnTo>
                    <a:pt x="1295562" y="102363"/>
                  </a:lnTo>
                  <a:lnTo>
                    <a:pt x="1295076" y="102448"/>
                  </a:lnTo>
                  <a:cubicBezTo>
                    <a:pt x="1295602" y="97716"/>
                    <a:pt x="1296088" y="92988"/>
                    <a:pt x="1295238" y="88413"/>
                  </a:cubicBezTo>
                  <a:cubicBezTo>
                    <a:pt x="1277750" y="-5669"/>
                    <a:pt x="973979" y="-28258"/>
                    <a:pt x="616732" y="38051"/>
                  </a:cubicBezTo>
                  <a:cubicBezTo>
                    <a:pt x="259485" y="104355"/>
                    <a:pt x="-15990" y="234502"/>
                    <a:pt x="1457" y="328585"/>
                  </a:cubicBezTo>
                  <a:cubicBezTo>
                    <a:pt x="1619" y="329398"/>
                    <a:pt x="2186" y="330091"/>
                    <a:pt x="2388" y="330892"/>
                  </a:cubicBezTo>
                  <a:lnTo>
                    <a:pt x="0" y="331329"/>
                  </a:lnTo>
                  <a:lnTo>
                    <a:pt x="62584" y="686350"/>
                  </a:lnTo>
                  <a:lnTo>
                    <a:pt x="1359725" y="45495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6"/>
            <p:cNvSpPr/>
            <p:nvPr/>
          </p:nvSpPr>
          <p:spPr>
            <a:xfrm>
              <a:off x="6284859" y="984273"/>
              <a:ext cx="1295270" cy="416848"/>
            </a:xfrm>
            <a:custGeom>
              <a:rect b="b" l="l" r="r" t="t"/>
              <a:pathLst>
                <a:path extrusionOk="0" h="416848" w="1295270">
                  <a:moveTo>
                    <a:pt x="1294485" y="88366"/>
                  </a:moveTo>
                  <a:cubicBezTo>
                    <a:pt x="1311933" y="182448"/>
                    <a:pt x="1036498" y="312470"/>
                    <a:pt x="679251" y="378774"/>
                  </a:cubicBezTo>
                  <a:cubicBezTo>
                    <a:pt x="322004" y="445083"/>
                    <a:pt x="18273" y="422563"/>
                    <a:pt x="785" y="328480"/>
                  </a:cubicBezTo>
                  <a:cubicBezTo>
                    <a:pt x="-16662" y="234398"/>
                    <a:pt x="258772" y="104380"/>
                    <a:pt x="616019" y="38072"/>
                  </a:cubicBezTo>
                  <a:cubicBezTo>
                    <a:pt x="973266" y="-28232"/>
                    <a:pt x="1276997" y="-5717"/>
                    <a:pt x="1294485" y="8836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6"/>
            <p:cNvSpPr/>
            <p:nvPr/>
          </p:nvSpPr>
          <p:spPr>
            <a:xfrm>
              <a:off x="6642623" y="1101719"/>
              <a:ext cx="579706" cy="181954"/>
            </a:xfrm>
            <a:custGeom>
              <a:rect b="b" l="l" r="r" t="t"/>
              <a:pathLst>
                <a:path extrusionOk="0" h="181954" w="579706">
                  <a:moveTo>
                    <a:pt x="579394" y="39803"/>
                  </a:moveTo>
                  <a:cubicBezTo>
                    <a:pt x="586761" y="81341"/>
                    <a:pt x="463051" y="137921"/>
                    <a:pt x="303150" y="166185"/>
                  </a:cubicBezTo>
                  <a:cubicBezTo>
                    <a:pt x="143249" y="194449"/>
                    <a:pt x="7677" y="183689"/>
                    <a:pt x="309" y="142152"/>
                  </a:cubicBezTo>
                  <a:cubicBezTo>
                    <a:pt x="-7017" y="100618"/>
                    <a:pt x="116653" y="44033"/>
                    <a:pt x="276594" y="15769"/>
                  </a:cubicBezTo>
                  <a:cubicBezTo>
                    <a:pt x="436495" y="-12495"/>
                    <a:pt x="572067" y="-1735"/>
                    <a:pt x="579394" y="3980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6" name="Google Shape;206;p6"/>
          <p:cNvSpPr/>
          <p:nvPr/>
        </p:nvSpPr>
        <p:spPr>
          <a:xfrm flipH="1">
            <a:off x="4383378" y="2547555"/>
            <a:ext cx="359399" cy="359389"/>
          </a:xfrm>
          <a:custGeom>
            <a:rect b="b" l="l" r="r" t="t"/>
            <a:pathLst>
              <a:path extrusionOk="0" h="264743" w="264751">
                <a:moveTo>
                  <a:pt x="0" y="132163"/>
                </a:moveTo>
                <a:lnTo>
                  <a:pt x="132580" y="0"/>
                </a:lnTo>
                <a:lnTo>
                  <a:pt x="264752" y="132580"/>
                </a:lnTo>
                <a:lnTo>
                  <a:pt x="132176" y="264743"/>
                </a:lnTo>
                <a:lnTo>
                  <a:pt x="0" y="132163"/>
                </a:lnTo>
                <a:close/>
              </a:path>
            </a:pathLst>
          </a:cu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6"/>
          <p:cNvSpPr/>
          <p:nvPr/>
        </p:nvSpPr>
        <p:spPr>
          <a:xfrm flipH="1">
            <a:off x="11091434" y="859395"/>
            <a:ext cx="417626" cy="417632"/>
          </a:xfrm>
          <a:custGeom>
            <a:rect b="b" l="l" r="r" t="t"/>
            <a:pathLst>
              <a:path extrusionOk="0" h="264743" w="264739">
                <a:moveTo>
                  <a:pt x="0" y="132163"/>
                </a:moveTo>
                <a:lnTo>
                  <a:pt x="132580" y="0"/>
                </a:lnTo>
                <a:lnTo>
                  <a:pt x="264739" y="132580"/>
                </a:lnTo>
                <a:lnTo>
                  <a:pt x="132163" y="264743"/>
                </a:lnTo>
                <a:lnTo>
                  <a:pt x="0" y="132163"/>
                </a:lnTo>
                <a:close/>
              </a:path>
            </a:pathLst>
          </a:cu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6"/>
          <p:cNvSpPr/>
          <p:nvPr/>
        </p:nvSpPr>
        <p:spPr>
          <a:xfrm flipH="1">
            <a:off x="1589996" y="335161"/>
            <a:ext cx="607123" cy="607123"/>
          </a:xfrm>
          <a:custGeom>
            <a:rect b="b" l="l" r="r" t="t"/>
            <a:pathLst>
              <a:path extrusionOk="0" h="447236" w="447236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9" name="Google Shape;209;p6"/>
          <p:cNvGrpSpPr/>
          <p:nvPr/>
        </p:nvGrpSpPr>
        <p:grpSpPr>
          <a:xfrm flipH="1" rot="-3039638">
            <a:off x="544803" y="5077234"/>
            <a:ext cx="1382219" cy="789242"/>
            <a:chOff x="6220591" y="624724"/>
            <a:chExt cx="1359724" cy="776397"/>
          </a:xfrm>
        </p:grpSpPr>
        <p:sp>
          <p:nvSpPr>
            <p:cNvPr id="210" name="Google Shape;210;p6"/>
            <p:cNvSpPr/>
            <p:nvPr/>
          </p:nvSpPr>
          <p:spPr>
            <a:xfrm>
              <a:off x="6220591" y="624724"/>
              <a:ext cx="1359724" cy="686349"/>
            </a:xfrm>
            <a:custGeom>
              <a:rect b="b" l="l" r="r" t="t"/>
              <a:pathLst>
                <a:path extrusionOk="0" h="686349" w="1359724">
                  <a:moveTo>
                    <a:pt x="1359725" y="454951"/>
                  </a:moveTo>
                  <a:lnTo>
                    <a:pt x="1295562" y="102363"/>
                  </a:lnTo>
                  <a:lnTo>
                    <a:pt x="1295076" y="102448"/>
                  </a:lnTo>
                  <a:cubicBezTo>
                    <a:pt x="1295602" y="97716"/>
                    <a:pt x="1296088" y="92988"/>
                    <a:pt x="1295238" y="88413"/>
                  </a:cubicBezTo>
                  <a:cubicBezTo>
                    <a:pt x="1277750" y="-5669"/>
                    <a:pt x="973979" y="-28258"/>
                    <a:pt x="616732" y="38051"/>
                  </a:cubicBezTo>
                  <a:cubicBezTo>
                    <a:pt x="259485" y="104355"/>
                    <a:pt x="-15990" y="234502"/>
                    <a:pt x="1457" y="328585"/>
                  </a:cubicBezTo>
                  <a:cubicBezTo>
                    <a:pt x="1619" y="329398"/>
                    <a:pt x="2186" y="330091"/>
                    <a:pt x="2388" y="330892"/>
                  </a:cubicBezTo>
                  <a:lnTo>
                    <a:pt x="0" y="331329"/>
                  </a:lnTo>
                  <a:lnTo>
                    <a:pt x="62584" y="686350"/>
                  </a:lnTo>
                  <a:lnTo>
                    <a:pt x="1359725" y="45495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6"/>
            <p:cNvSpPr/>
            <p:nvPr/>
          </p:nvSpPr>
          <p:spPr>
            <a:xfrm>
              <a:off x="6284859" y="984273"/>
              <a:ext cx="1295270" cy="416848"/>
            </a:xfrm>
            <a:custGeom>
              <a:rect b="b" l="l" r="r" t="t"/>
              <a:pathLst>
                <a:path extrusionOk="0" h="416848" w="1295270">
                  <a:moveTo>
                    <a:pt x="1294485" y="88366"/>
                  </a:moveTo>
                  <a:cubicBezTo>
                    <a:pt x="1311933" y="182448"/>
                    <a:pt x="1036498" y="312470"/>
                    <a:pt x="679251" y="378774"/>
                  </a:cubicBezTo>
                  <a:cubicBezTo>
                    <a:pt x="322004" y="445083"/>
                    <a:pt x="18273" y="422563"/>
                    <a:pt x="785" y="328480"/>
                  </a:cubicBezTo>
                  <a:cubicBezTo>
                    <a:pt x="-16662" y="234398"/>
                    <a:pt x="258772" y="104380"/>
                    <a:pt x="616019" y="38072"/>
                  </a:cubicBezTo>
                  <a:cubicBezTo>
                    <a:pt x="973266" y="-28232"/>
                    <a:pt x="1276997" y="-5717"/>
                    <a:pt x="1294485" y="8836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6"/>
            <p:cNvSpPr/>
            <p:nvPr/>
          </p:nvSpPr>
          <p:spPr>
            <a:xfrm>
              <a:off x="6642623" y="1101719"/>
              <a:ext cx="579706" cy="181954"/>
            </a:xfrm>
            <a:custGeom>
              <a:rect b="b" l="l" r="r" t="t"/>
              <a:pathLst>
                <a:path extrusionOk="0" h="181954" w="579706">
                  <a:moveTo>
                    <a:pt x="579394" y="39803"/>
                  </a:moveTo>
                  <a:cubicBezTo>
                    <a:pt x="586761" y="81341"/>
                    <a:pt x="463051" y="137921"/>
                    <a:pt x="303150" y="166185"/>
                  </a:cubicBezTo>
                  <a:cubicBezTo>
                    <a:pt x="143249" y="194449"/>
                    <a:pt x="7677" y="183689"/>
                    <a:pt x="309" y="142152"/>
                  </a:cubicBezTo>
                  <a:cubicBezTo>
                    <a:pt x="-7017" y="100618"/>
                    <a:pt x="116653" y="44033"/>
                    <a:pt x="276594" y="15769"/>
                  </a:cubicBezTo>
                  <a:cubicBezTo>
                    <a:pt x="436495" y="-12495"/>
                    <a:pt x="572067" y="-1735"/>
                    <a:pt x="579394" y="3980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3" name="Google Shape;213;p6"/>
          <p:cNvSpPr/>
          <p:nvPr/>
        </p:nvSpPr>
        <p:spPr>
          <a:xfrm flipH="1">
            <a:off x="1592071" y="5808861"/>
            <a:ext cx="607123" cy="607123"/>
          </a:xfrm>
          <a:custGeom>
            <a:rect b="b" l="l" r="r" t="t"/>
            <a:pathLst>
              <a:path extrusionOk="0" h="447236" w="447236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6"/>
          <p:cNvSpPr/>
          <p:nvPr/>
        </p:nvSpPr>
        <p:spPr>
          <a:xfrm flipH="1">
            <a:off x="494528" y="6236355"/>
            <a:ext cx="359399" cy="359389"/>
          </a:xfrm>
          <a:custGeom>
            <a:rect b="b" l="l" r="r" t="t"/>
            <a:pathLst>
              <a:path extrusionOk="0" h="264743" w="264751">
                <a:moveTo>
                  <a:pt x="0" y="132163"/>
                </a:moveTo>
                <a:lnTo>
                  <a:pt x="132580" y="0"/>
                </a:lnTo>
                <a:lnTo>
                  <a:pt x="264752" y="132580"/>
                </a:lnTo>
                <a:lnTo>
                  <a:pt x="132176" y="264743"/>
                </a:lnTo>
                <a:lnTo>
                  <a:pt x="0" y="132163"/>
                </a:lnTo>
                <a:close/>
              </a:path>
            </a:pathLst>
          </a:cu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oxes">
  <p:cSld name="CUSTOM_1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"/>
          <p:cNvSpPr txBox="1"/>
          <p:nvPr>
            <p:ph type="title"/>
          </p:nvPr>
        </p:nvSpPr>
        <p:spPr>
          <a:xfrm>
            <a:off x="444675" y="577600"/>
            <a:ext cx="8221500" cy="955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217" name="Google Shape;217;p7"/>
          <p:cNvSpPr txBox="1"/>
          <p:nvPr>
            <p:ph idx="1" type="subTitle"/>
          </p:nvPr>
        </p:nvSpPr>
        <p:spPr>
          <a:xfrm>
            <a:off x="1063797" y="1953000"/>
            <a:ext cx="3497400" cy="717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218" name="Google Shape;218;p7"/>
          <p:cNvSpPr txBox="1"/>
          <p:nvPr>
            <p:ph idx="2" type="body"/>
          </p:nvPr>
        </p:nvSpPr>
        <p:spPr>
          <a:xfrm>
            <a:off x="1063829" y="2517456"/>
            <a:ext cx="3497400" cy="1297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55600" lvl="0" marL="457200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219" name="Google Shape;219;p7"/>
          <p:cNvSpPr txBox="1"/>
          <p:nvPr>
            <p:ph idx="3" type="subTitle"/>
          </p:nvPr>
        </p:nvSpPr>
        <p:spPr>
          <a:xfrm>
            <a:off x="5168585" y="1953000"/>
            <a:ext cx="3497400" cy="717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220" name="Google Shape;220;p7"/>
          <p:cNvSpPr txBox="1"/>
          <p:nvPr>
            <p:ph idx="4" type="body"/>
          </p:nvPr>
        </p:nvSpPr>
        <p:spPr>
          <a:xfrm>
            <a:off x="5168623" y="2517456"/>
            <a:ext cx="3497400" cy="1297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55600" lvl="0" marL="457200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221" name="Google Shape;221;p7"/>
          <p:cNvSpPr txBox="1"/>
          <p:nvPr>
            <p:ph idx="5" type="subTitle"/>
          </p:nvPr>
        </p:nvSpPr>
        <p:spPr>
          <a:xfrm>
            <a:off x="1063724" y="4418146"/>
            <a:ext cx="3497400" cy="717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222" name="Google Shape;222;p7"/>
          <p:cNvSpPr txBox="1"/>
          <p:nvPr>
            <p:ph idx="6" type="body"/>
          </p:nvPr>
        </p:nvSpPr>
        <p:spPr>
          <a:xfrm>
            <a:off x="1063768" y="4982602"/>
            <a:ext cx="3497400" cy="1297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55600" lvl="0" marL="457200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223" name="Google Shape;223;p7"/>
          <p:cNvSpPr txBox="1"/>
          <p:nvPr>
            <p:ph idx="7" type="body"/>
          </p:nvPr>
        </p:nvSpPr>
        <p:spPr>
          <a:xfrm>
            <a:off x="5168563" y="4982602"/>
            <a:ext cx="3497400" cy="1297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55600" lvl="0" marL="457200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224" name="Google Shape;224;p7"/>
          <p:cNvSpPr txBox="1"/>
          <p:nvPr>
            <p:ph idx="8" type="subTitle"/>
          </p:nvPr>
        </p:nvSpPr>
        <p:spPr>
          <a:xfrm>
            <a:off x="5168525" y="4418146"/>
            <a:ext cx="3497400" cy="717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225" name="Google Shape;225;p7"/>
          <p:cNvSpPr/>
          <p:nvPr/>
        </p:nvSpPr>
        <p:spPr>
          <a:xfrm>
            <a:off x="8757462" y="5481679"/>
            <a:ext cx="1110354" cy="1110357"/>
          </a:xfrm>
          <a:custGeom>
            <a:rect b="b" l="l" r="r" t="t"/>
            <a:pathLst>
              <a:path extrusionOk="0" h="1291113" w="1291109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8547825" y="692699"/>
            <a:ext cx="1752680" cy="1752686"/>
          </a:xfrm>
          <a:custGeom>
            <a:rect b="b" l="l" r="r" t="t"/>
            <a:pathLst>
              <a:path extrusionOk="0" h="1291113" w="1291109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7" name="Google Shape;227;p7"/>
          <p:cNvGrpSpPr/>
          <p:nvPr/>
        </p:nvGrpSpPr>
        <p:grpSpPr>
          <a:xfrm>
            <a:off x="9036830" y="2270073"/>
            <a:ext cx="2597891" cy="2597879"/>
            <a:chOff x="4616075" y="1332525"/>
            <a:chExt cx="1915566" cy="1881022"/>
          </a:xfrm>
        </p:grpSpPr>
        <p:sp>
          <p:nvSpPr>
            <p:cNvPr id="228" name="Google Shape;228;p7"/>
            <p:cNvSpPr/>
            <p:nvPr/>
          </p:nvSpPr>
          <p:spPr>
            <a:xfrm>
              <a:off x="4616077" y="1332525"/>
              <a:ext cx="1912253" cy="4048"/>
            </a:xfrm>
            <a:custGeom>
              <a:rect b="b" l="l" r="r" t="t"/>
              <a:pathLst>
                <a:path extrusionOk="0" h="4048" w="1912253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7"/>
            <p:cNvSpPr/>
            <p:nvPr/>
          </p:nvSpPr>
          <p:spPr>
            <a:xfrm>
              <a:off x="4616077" y="1645356"/>
              <a:ext cx="1912253" cy="4048"/>
            </a:xfrm>
            <a:custGeom>
              <a:rect b="b" l="l" r="r" t="t"/>
              <a:pathLst>
                <a:path extrusionOk="0" h="4048" w="1912253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7"/>
            <p:cNvSpPr/>
            <p:nvPr/>
          </p:nvSpPr>
          <p:spPr>
            <a:xfrm>
              <a:off x="4616077" y="1958183"/>
              <a:ext cx="1912253" cy="4048"/>
            </a:xfrm>
            <a:custGeom>
              <a:rect b="b" l="l" r="r" t="t"/>
              <a:pathLst>
                <a:path extrusionOk="0" h="4048" w="1912253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7"/>
            <p:cNvSpPr/>
            <p:nvPr/>
          </p:nvSpPr>
          <p:spPr>
            <a:xfrm>
              <a:off x="4616077" y="2271014"/>
              <a:ext cx="1912253" cy="4048"/>
            </a:xfrm>
            <a:custGeom>
              <a:rect b="b" l="l" r="r" t="t"/>
              <a:pathLst>
                <a:path extrusionOk="0" h="4048" w="1912253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7"/>
            <p:cNvSpPr/>
            <p:nvPr/>
          </p:nvSpPr>
          <p:spPr>
            <a:xfrm>
              <a:off x="4616077" y="2583841"/>
              <a:ext cx="1912253" cy="4048"/>
            </a:xfrm>
            <a:custGeom>
              <a:rect b="b" l="l" r="r" t="t"/>
              <a:pathLst>
                <a:path extrusionOk="0" h="4048" w="1912253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7"/>
            <p:cNvSpPr/>
            <p:nvPr/>
          </p:nvSpPr>
          <p:spPr>
            <a:xfrm>
              <a:off x="4616077" y="2896672"/>
              <a:ext cx="1912253" cy="4048"/>
            </a:xfrm>
            <a:custGeom>
              <a:rect b="b" l="l" r="r" t="t"/>
              <a:pathLst>
                <a:path extrusionOk="0" h="4048" w="1912253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7"/>
            <p:cNvSpPr/>
            <p:nvPr/>
          </p:nvSpPr>
          <p:spPr>
            <a:xfrm>
              <a:off x="4616077" y="3209499"/>
              <a:ext cx="1912253" cy="4048"/>
            </a:xfrm>
            <a:custGeom>
              <a:rect b="b" l="l" r="r" t="t"/>
              <a:pathLst>
                <a:path extrusionOk="0" h="4048" w="1912253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7"/>
            <p:cNvSpPr/>
            <p:nvPr/>
          </p:nvSpPr>
          <p:spPr>
            <a:xfrm>
              <a:off x="4616075" y="1332525"/>
              <a:ext cx="4048" cy="1876973"/>
            </a:xfrm>
            <a:custGeom>
              <a:rect b="b" l="l" r="r" t="t"/>
              <a:pathLst>
                <a:path extrusionOk="0" h="1876973" w="4048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7"/>
            <p:cNvSpPr/>
            <p:nvPr/>
          </p:nvSpPr>
          <p:spPr>
            <a:xfrm>
              <a:off x="4941627" y="1332525"/>
              <a:ext cx="4048" cy="1876973"/>
            </a:xfrm>
            <a:custGeom>
              <a:rect b="b" l="l" r="r" t="t"/>
              <a:pathLst>
                <a:path extrusionOk="0" h="1876973" w="4048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7"/>
            <p:cNvSpPr/>
            <p:nvPr/>
          </p:nvSpPr>
          <p:spPr>
            <a:xfrm>
              <a:off x="5256733" y="1332525"/>
              <a:ext cx="4048" cy="1876973"/>
            </a:xfrm>
            <a:custGeom>
              <a:rect b="b" l="l" r="r" t="t"/>
              <a:pathLst>
                <a:path extrusionOk="0" h="1876973" w="4048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7"/>
            <p:cNvSpPr/>
            <p:nvPr/>
          </p:nvSpPr>
          <p:spPr>
            <a:xfrm>
              <a:off x="5571839" y="1332525"/>
              <a:ext cx="4048" cy="1876973"/>
            </a:xfrm>
            <a:custGeom>
              <a:rect b="b" l="l" r="r" t="t"/>
              <a:pathLst>
                <a:path extrusionOk="0" h="1876973" w="4048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7"/>
            <p:cNvSpPr/>
            <p:nvPr/>
          </p:nvSpPr>
          <p:spPr>
            <a:xfrm>
              <a:off x="5886945" y="1332525"/>
              <a:ext cx="4048" cy="1876973"/>
            </a:xfrm>
            <a:custGeom>
              <a:rect b="b" l="l" r="r" t="t"/>
              <a:pathLst>
                <a:path extrusionOk="0" h="1876973" w="4048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7"/>
            <p:cNvSpPr/>
            <p:nvPr/>
          </p:nvSpPr>
          <p:spPr>
            <a:xfrm>
              <a:off x="6202051" y="1332525"/>
              <a:ext cx="4048" cy="1876973"/>
            </a:xfrm>
            <a:custGeom>
              <a:rect b="b" l="l" r="r" t="t"/>
              <a:pathLst>
                <a:path extrusionOk="0" h="1876973" w="4048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7"/>
            <p:cNvSpPr/>
            <p:nvPr/>
          </p:nvSpPr>
          <p:spPr>
            <a:xfrm>
              <a:off x="6527594" y="1332525"/>
              <a:ext cx="4048" cy="1876973"/>
            </a:xfrm>
            <a:custGeom>
              <a:rect b="b" l="l" r="r" t="t"/>
              <a:pathLst>
                <a:path extrusionOk="0" h="1876973" w="4048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2" name="Google Shape;242;p7"/>
          <p:cNvGrpSpPr/>
          <p:nvPr/>
        </p:nvGrpSpPr>
        <p:grpSpPr>
          <a:xfrm>
            <a:off x="8677795" y="2763882"/>
            <a:ext cx="891613" cy="650098"/>
            <a:chOff x="4468725" y="937901"/>
            <a:chExt cx="656322" cy="478541"/>
          </a:xfrm>
        </p:grpSpPr>
        <p:sp>
          <p:nvSpPr>
            <p:cNvPr id="243" name="Google Shape;243;p7"/>
            <p:cNvSpPr/>
            <p:nvPr/>
          </p:nvSpPr>
          <p:spPr>
            <a:xfrm>
              <a:off x="4469534" y="937901"/>
              <a:ext cx="655513" cy="397461"/>
            </a:xfrm>
            <a:custGeom>
              <a:rect b="b" l="l" r="r" t="t"/>
              <a:pathLst>
                <a:path extrusionOk="0" h="397461" w="655513">
                  <a:moveTo>
                    <a:pt x="446589" y="397461"/>
                  </a:moveTo>
                  <a:lnTo>
                    <a:pt x="59831" y="253036"/>
                  </a:lnTo>
                  <a:lnTo>
                    <a:pt x="0" y="152311"/>
                  </a:lnTo>
                  <a:lnTo>
                    <a:pt x="261347" y="0"/>
                  </a:lnTo>
                  <a:lnTo>
                    <a:pt x="655513" y="159184"/>
                  </a:lnTo>
                  <a:lnTo>
                    <a:pt x="446589" y="39746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7"/>
            <p:cNvSpPr/>
            <p:nvPr/>
          </p:nvSpPr>
          <p:spPr>
            <a:xfrm>
              <a:off x="4468725" y="1087913"/>
              <a:ext cx="468570" cy="328529"/>
            </a:xfrm>
            <a:custGeom>
              <a:rect b="b" l="l" r="r" t="t"/>
              <a:pathLst>
                <a:path extrusionOk="0" h="328529" w="468570">
                  <a:moveTo>
                    <a:pt x="69587" y="164066"/>
                  </a:moveTo>
                  <a:lnTo>
                    <a:pt x="0" y="0"/>
                  </a:lnTo>
                  <a:lnTo>
                    <a:pt x="468570" y="201929"/>
                  </a:lnTo>
                  <a:lnTo>
                    <a:pt x="427927" y="328530"/>
                  </a:lnTo>
                  <a:lnTo>
                    <a:pt x="69587" y="16406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7"/>
            <p:cNvSpPr/>
            <p:nvPr/>
          </p:nvSpPr>
          <p:spPr>
            <a:xfrm>
              <a:off x="4859530" y="1097086"/>
              <a:ext cx="265516" cy="319356"/>
            </a:xfrm>
            <a:custGeom>
              <a:rect b="b" l="l" r="r" t="t"/>
              <a:pathLst>
                <a:path extrusionOk="0" h="319356" w="265516">
                  <a:moveTo>
                    <a:pt x="0" y="158537"/>
                  </a:moveTo>
                  <a:lnTo>
                    <a:pt x="265517" y="0"/>
                  </a:lnTo>
                  <a:lnTo>
                    <a:pt x="253777" y="267958"/>
                  </a:lnTo>
                  <a:lnTo>
                    <a:pt x="37121" y="319357"/>
                  </a:lnTo>
                  <a:lnTo>
                    <a:pt x="0" y="15853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6" name="Google Shape;246;p7"/>
          <p:cNvGrpSpPr/>
          <p:nvPr/>
        </p:nvGrpSpPr>
        <p:grpSpPr>
          <a:xfrm>
            <a:off x="10762214" y="5395122"/>
            <a:ext cx="712775" cy="873752"/>
            <a:chOff x="6197557" y="3002680"/>
            <a:chExt cx="524678" cy="643174"/>
          </a:xfrm>
        </p:grpSpPr>
        <p:sp>
          <p:nvSpPr>
            <p:cNvPr id="247" name="Google Shape;247;p7"/>
            <p:cNvSpPr/>
            <p:nvPr/>
          </p:nvSpPr>
          <p:spPr>
            <a:xfrm>
              <a:off x="6248807" y="3002680"/>
              <a:ext cx="473428" cy="502222"/>
            </a:xfrm>
            <a:custGeom>
              <a:rect b="b" l="l" r="r" t="t"/>
              <a:pathLst>
                <a:path extrusionOk="0" h="502222" w="473428">
                  <a:moveTo>
                    <a:pt x="0" y="0"/>
                  </a:moveTo>
                  <a:lnTo>
                    <a:pt x="105089" y="324348"/>
                  </a:lnTo>
                  <a:lnTo>
                    <a:pt x="335549" y="502223"/>
                  </a:lnTo>
                  <a:lnTo>
                    <a:pt x="473428" y="454204"/>
                  </a:lnTo>
                  <a:lnTo>
                    <a:pt x="253696" y="1195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7"/>
            <p:cNvSpPr/>
            <p:nvPr/>
          </p:nvSpPr>
          <p:spPr>
            <a:xfrm>
              <a:off x="6197557" y="3002680"/>
              <a:ext cx="156338" cy="531243"/>
            </a:xfrm>
            <a:custGeom>
              <a:rect b="b" l="l" r="r" t="t"/>
              <a:pathLst>
                <a:path extrusionOk="0" h="531243" w="156338">
                  <a:moveTo>
                    <a:pt x="0" y="230658"/>
                  </a:moveTo>
                  <a:lnTo>
                    <a:pt x="51249" y="0"/>
                  </a:lnTo>
                  <a:lnTo>
                    <a:pt x="156339" y="324348"/>
                  </a:lnTo>
                  <a:lnTo>
                    <a:pt x="133467" y="531244"/>
                  </a:lnTo>
                  <a:lnTo>
                    <a:pt x="0" y="2306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7"/>
            <p:cNvSpPr/>
            <p:nvPr/>
          </p:nvSpPr>
          <p:spPr>
            <a:xfrm>
              <a:off x="6312322" y="3195379"/>
              <a:ext cx="409913" cy="450475"/>
            </a:xfrm>
            <a:custGeom>
              <a:rect b="b" l="l" r="r" t="t"/>
              <a:pathLst>
                <a:path extrusionOk="0" h="450475" w="409913">
                  <a:moveTo>
                    <a:pt x="18702" y="338545"/>
                  </a:moveTo>
                  <a:lnTo>
                    <a:pt x="0" y="0"/>
                  </a:lnTo>
                  <a:lnTo>
                    <a:pt x="409913" y="261505"/>
                  </a:lnTo>
                  <a:lnTo>
                    <a:pt x="215968" y="450475"/>
                  </a:lnTo>
                  <a:lnTo>
                    <a:pt x="18702" y="3385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0" name="Google Shape;250;p7"/>
          <p:cNvGrpSpPr/>
          <p:nvPr/>
        </p:nvGrpSpPr>
        <p:grpSpPr>
          <a:xfrm>
            <a:off x="9655155" y="2846855"/>
            <a:ext cx="2286686" cy="2289823"/>
            <a:chOff x="4593392" y="1441589"/>
            <a:chExt cx="1683243" cy="1685552"/>
          </a:xfrm>
        </p:grpSpPr>
        <p:sp>
          <p:nvSpPr>
            <p:cNvPr id="251" name="Google Shape;251;p7"/>
            <p:cNvSpPr/>
            <p:nvPr/>
          </p:nvSpPr>
          <p:spPr>
            <a:xfrm>
              <a:off x="4643547" y="1545109"/>
              <a:ext cx="1633088" cy="1582032"/>
            </a:xfrm>
            <a:custGeom>
              <a:rect b="b" l="l" r="r" t="t"/>
              <a:pathLst>
                <a:path extrusionOk="0" h="1582032" w="1653760">
                  <a:moveTo>
                    <a:pt x="1278115" y="0"/>
                  </a:moveTo>
                  <a:cubicBezTo>
                    <a:pt x="1278115" y="0"/>
                    <a:pt x="1326166" y="722772"/>
                    <a:pt x="1062795" y="991155"/>
                  </a:cubicBezTo>
                  <a:cubicBezTo>
                    <a:pt x="803634" y="1255283"/>
                    <a:pt x="237544" y="1176365"/>
                    <a:pt x="0" y="1110874"/>
                  </a:cubicBezTo>
                  <a:cubicBezTo>
                    <a:pt x="19836" y="1171940"/>
                    <a:pt x="287417" y="1421932"/>
                    <a:pt x="332756" y="1466433"/>
                  </a:cubicBezTo>
                  <a:cubicBezTo>
                    <a:pt x="554027" y="1683550"/>
                    <a:pt x="1001911" y="1585906"/>
                    <a:pt x="1333169" y="1248341"/>
                  </a:cubicBezTo>
                  <a:cubicBezTo>
                    <a:pt x="1664387" y="910771"/>
                    <a:pt x="1753405" y="461017"/>
                    <a:pt x="1532135" y="243900"/>
                  </a:cubicBezTo>
                  <a:cubicBezTo>
                    <a:pt x="1522176" y="234103"/>
                    <a:pt x="1278115" y="0"/>
                    <a:pt x="12781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7"/>
            <p:cNvSpPr/>
            <p:nvPr/>
          </p:nvSpPr>
          <p:spPr>
            <a:xfrm>
              <a:off x="4593392" y="1441589"/>
              <a:ext cx="1442681" cy="1453563"/>
            </a:xfrm>
            <a:custGeom>
              <a:rect b="b" l="l" r="r" t="t"/>
              <a:pathLst>
                <a:path extrusionOk="0" h="1453563" w="1442681">
                  <a:moveTo>
                    <a:pt x="994706" y="186"/>
                  </a:moveTo>
                  <a:cubicBezTo>
                    <a:pt x="780358" y="5452"/>
                    <a:pt x="527714" y="122670"/>
                    <a:pt x="320693" y="333650"/>
                  </a:cubicBezTo>
                  <a:cubicBezTo>
                    <a:pt x="-10525" y="671215"/>
                    <a:pt x="-99705" y="1120845"/>
                    <a:pt x="121606" y="1337962"/>
                  </a:cubicBezTo>
                  <a:cubicBezTo>
                    <a:pt x="342877" y="1555083"/>
                    <a:pt x="790761" y="1457438"/>
                    <a:pt x="1121979" y="1119869"/>
                  </a:cubicBezTo>
                  <a:cubicBezTo>
                    <a:pt x="1453196" y="782304"/>
                    <a:pt x="1542377" y="332675"/>
                    <a:pt x="1321106" y="115557"/>
                  </a:cubicBezTo>
                  <a:cubicBezTo>
                    <a:pt x="1238119" y="34137"/>
                    <a:pt x="1123315" y="-2976"/>
                    <a:pt x="994706" y="186"/>
                  </a:cubicBezTo>
                  <a:close/>
                  <a:moveTo>
                    <a:pt x="845573" y="399938"/>
                  </a:moveTo>
                  <a:cubicBezTo>
                    <a:pt x="903704" y="398509"/>
                    <a:pt x="955560" y="415256"/>
                    <a:pt x="993087" y="452058"/>
                  </a:cubicBezTo>
                  <a:cubicBezTo>
                    <a:pt x="1093075" y="550192"/>
                    <a:pt x="1052837" y="753501"/>
                    <a:pt x="903137" y="906079"/>
                  </a:cubicBezTo>
                  <a:cubicBezTo>
                    <a:pt x="753437" y="1058653"/>
                    <a:pt x="551031" y="1102762"/>
                    <a:pt x="451002" y="1004627"/>
                  </a:cubicBezTo>
                  <a:cubicBezTo>
                    <a:pt x="350973" y="906492"/>
                    <a:pt x="391252" y="703305"/>
                    <a:pt x="540951" y="550731"/>
                  </a:cubicBezTo>
                  <a:cubicBezTo>
                    <a:pt x="634503" y="455369"/>
                    <a:pt x="748701" y="402318"/>
                    <a:pt x="845573" y="39993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7"/>
            <p:cNvSpPr/>
            <p:nvPr/>
          </p:nvSpPr>
          <p:spPr>
            <a:xfrm>
              <a:off x="4986203" y="1827976"/>
              <a:ext cx="656440" cy="678044"/>
            </a:xfrm>
            <a:custGeom>
              <a:rect b="b" l="l" r="r" t="t"/>
              <a:pathLst>
                <a:path extrusionOk="0" h="656701" w="651553">
                  <a:moveTo>
                    <a:pt x="449336" y="84"/>
                  </a:moveTo>
                  <a:cubicBezTo>
                    <a:pt x="352424" y="2464"/>
                    <a:pt x="238267" y="55390"/>
                    <a:pt x="144714" y="150751"/>
                  </a:cubicBezTo>
                  <a:cubicBezTo>
                    <a:pt x="91400" y="205065"/>
                    <a:pt x="52336" y="265827"/>
                    <a:pt x="28169" y="325958"/>
                  </a:cubicBezTo>
                  <a:cubicBezTo>
                    <a:pt x="-15551" y="434735"/>
                    <a:pt x="-9641" y="541574"/>
                    <a:pt x="54765" y="604773"/>
                  </a:cubicBezTo>
                  <a:cubicBezTo>
                    <a:pt x="106662" y="655723"/>
                    <a:pt x="186289" y="667907"/>
                    <a:pt x="271704" y="646898"/>
                  </a:cubicBezTo>
                  <a:cubicBezTo>
                    <a:pt x="289759" y="567587"/>
                    <a:pt x="336150" y="482770"/>
                    <a:pt x="407964" y="409576"/>
                  </a:cubicBezTo>
                  <a:cubicBezTo>
                    <a:pt x="479899" y="336249"/>
                    <a:pt x="564019" y="288383"/>
                    <a:pt x="643120" y="268904"/>
                  </a:cubicBezTo>
                  <a:cubicBezTo>
                    <a:pt x="654819" y="217493"/>
                    <a:pt x="654495" y="168539"/>
                    <a:pt x="641217" y="126463"/>
                  </a:cubicBezTo>
                  <a:cubicBezTo>
                    <a:pt x="632311" y="98134"/>
                    <a:pt x="617900" y="72748"/>
                    <a:pt x="596930" y="52204"/>
                  </a:cubicBezTo>
                  <a:cubicBezTo>
                    <a:pt x="559445" y="15402"/>
                    <a:pt x="507467" y="-1345"/>
                    <a:pt x="449336" y="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4" name="Google Shape;254;p7"/>
          <p:cNvGrpSpPr/>
          <p:nvPr/>
        </p:nvGrpSpPr>
        <p:grpSpPr>
          <a:xfrm rot="-2440826">
            <a:off x="9874938" y="740537"/>
            <a:ext cx="1847135" cy="1054707"/>
            <a:chOff x="6220591" y="624724"/>
            <a:chExt cx="1359724" cy="776397"/>
          </a:xfrm>
        </p:grpSpPr>
        <p:sp>
          <p:nvSpPr>
            <p:cNvPr id="255" name="Google Shape;255;p7"/>
            <p:cNvSpPr/>
            <p:nvPr/>
          </p:nvSpPr>
          <p:spPr>
            <a:xfrm>
              <a:off x="6220591" y="624724"/>
              <a:ext cx="1359724" cy="686349"/>
            </a:xfrm>
            <a:custGeom>
              <a:rect b="b" l="l" r="r" t="t"/>
              <a:pathLst>
                <a:path extrusionOk="0" h="686349" w="1359724">
                  <a:moveTo>
                    <a:pt x="1359725" y="454951"/>
                  </a:moveTo>
                  <a:lnTo>
                    <a:pt x="1295562" y="102363"/>
                  </a:lnTo>
                  <a:lnTo>
                    <a:pt x="1295076" y="102448"/>
                  </a:lnTo>
                  <a:cubicBezTo>
                    <a:pt x="1295602" y="97716"/>
                    <a:pt x="1296088" y="92988"/>
                    <a:pt x="1295238" y="88413"/>
                  </a:cubicBezTo>
                  <a:cubicBezTo>
                    <a:pt x="1277750" y="-5669"/>
                    <a:pt x="973979" y="-28258"/>
                    <a:pt x="616732" y="38051"/>
                  </a:cubicBezTo>
                  <a:cubicBezTo>
                    <a:pt x="259485" y="104355"/>
                    <a:pt x="-15990" y="234502"/>
                    <a:pt x="1457" y="328585"/>
                  </a:cubicBezTo>
                  <a:cubicBezTo>
                    <a:pt x="1619" y="329398"/>
                    <a:pt x="2186" y="330091"/>
                    <a:pt x="2388" y="330892"/>
                  </a:cubicBezTo>
                  <a:lnTo>
                    <a:pt x="0" y="331329"/>
                  </a:lnTo>
                  <a:lnTo>
                    <a:pt x="62584" y="686350"/>
                  </a:lnTo>
                  <a:lnTo>
                    <a:pt x="1359725" y="45495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7"/>
            <p:cNvSpPr/>
            <p:nvPr/>
          </p:nvSpPr>
          <p:spPr>
            <a:xfrm>
              <a:off x="6284859" y="984273"/>
              <a:ext cx="1295270" cy="416848"/>
            </a:xfrm>
            <a:custGeom>
              <a:rect b="b" l="l" r="r" t="t"/>
              <a:pathLst>
                <a:path extrusionOk="0" h="416848" w="1295270">
                  <a:moveTo>
                    <a:pt x="1294485" y="88366"/>
                  </a:moveTo>
                  <a:cubicBezTo>
                    <a:pt x="1311933" y="182448"/>
                    <a:pt x="1036498" y="312470"/>
                    <a:pt x="679251" y="378774"/>
                  </a:cubicBezTo>
                  <a:cubicBezTo>
                    <a:pt x="322004" y="445083"/>
                    <a:pt x="18273" y="422563"/>
                    <a:pt x="785" y="328480"/>
                  </a:cubicBezTo>
                  <a:cubicBezTo>
                    <a:pt x="-16662" y="234398"/>
                    <a:pt x="258772" y="104380"/>
                    <a:pt x="616019" y="38072"/>
                  </a:cubicBezTo>
                  <a:cubicBezTo>
                    <a:pt x="973266" y="-28232"/>
                    <a:pt x="1276997" y="-5717"/>
                    <a:pt x="1294485" y="8836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7"/>
            <p:cNvSpPr/>
            <p:nvPr/>
          </p:nvSpPr>
          <p:spPr>
            <a:xfrm>
              <a:off x="6642623" y="1101719"/>
              <a:ext cx="579706" cy="181954"/>
            </a:xfrm>
            <a:custGeom>
              <a:rect b="b" l="l" r="r" t="t"/>
              <a:pathLst>
                <a:path extrusionOk="0" h="181954" w="579706">
                  <a:moveTo>
                    <a:pt x="579394" y="39803"/>
                  </a:moveTo>
                  <a:cubicBezTo>
                    <a:pt x="586761" y="81341"/>
                    <a:pt x="463051" y="137921"/>
                    <a:pt x="303150" y="166185"/>
                  </a:cubicBezTo>
                  <a:cubicBezTo>
                    <a:pt x="143249" y="194449"/>
                    <a:pt x="7677" y="183689"/>
                    <a:pt x="309" y="142152"/>
                  </a:cubicBezTo>
                  <a:cubicBezTo>
                    <a:pt x="-7017" y="100618"/>
                    <a:pt x="116653" y="44033"/>
                    <a:pt x="276594" y="15769"/>
                  </a:cubicBezTo>
                  <a:cubicBezTo>
                    <a:pt x="436495" y="-12495"/>
                    <a:pt x="572067" y="-1735"/>
                    <a:pt x="579394" y="3980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8" name="Google Shape;258;p7"/>
          <p:cNvSpPr/>
          <p:nvPr/>
        </p:nvSpPr>
        <p:spPr>
          <a:xfrm>
            <a:off x="9618322" y="5733278"/>
            <a:ext cx="607123" cy="607123"/>
          </a:xfrm>
          <a:custGeom>
            <a:rect b="b" l="l" r="r" t="t"/>
            <a:pathLst>
              <a:path extrusionOk="0" h="447236" w="447236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9478813" y="572709"/>
            <a:ext cx="359399" cy="359389"/>
          </a:xfrm>
          <a:custGeom>
            <a:rect b="b" l="l" r="r" t="t"/>
            <a:pathLst>
              <a:path extrusionOk="0" h="264743" w="264751">
                <a:moveTo>
                  <a:pt x="0" y="132163"/>
                </a:moveTo>
                <a:lnTo>
                  <a:pt x="132580" y="0"/>
                </a:lnTo>
                <a:lnTo>
                  <a:pt x="264752" y="132580"/>
                </a:lnTo>
                <a:lnTo>
                  <a:pt x="132176" y="264743"/>
                </a:lnTo>
                <a:lnTo>
                  <a:pt x="0" y="132163"/>
                </a:lnTo>
                <a:close/>
              </a:path>
            </a:pathLst>
          </a:cu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2" name="Google Shape;262;p8"/>
          <p:cNvSpPr/>
          <p:nvPr/>
        </p:nvSpPr>
        <p:spPr>
          <a:xfrm flipH="1">
            <a:off x="11270114" y="232339"/>
            <a:ext cx="607123" cy="607123"/>
          </a:xfrm>
          <a:custGeom>
            <a:rect b="b" l="l" r="r" t="t"/>
            <a:pathLst>
              <a:path extrusionOk="0" h="447236" w="447236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8"/>
          <p:cNvSpPr/>
          <p:nvPr/>
        </p:nvSpPr>
        <p:spPr>
          <a:xfrm flipH="1">
            <a:off x="9890848" y="-461213"/>
            <a:ext cx="1181365" cy="1181368"/>
          </a:xfrm>
          <a:custGeom>
            <a:rect b="b" l="l" r="r" t="t"/>
            <a:pathLst>
              <a:path extrusionOk="0" h="1291113" w="1291109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8"/>
          <p:cNvSpPr/>
          <p:nvPr/>
        </p:nvSpPr>
        <p:spPr>
          <a:xfrm flipH="1">
            <a:off x="365415" y="5863369"/>
            <a:ext cx="1730086" cy="1730091"/>
          </a:xfrm>
          <a:custGeom>
            <a:rect b="b" l="l" r="r" t="t"/>
            <a:pathLst>
              <a:path extrusionOk="0" h="1291113" w="1291109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5" name="Google Shape;265;p8"/>
          <p:cNvGrpSpPr/>
          <p:nvPr/>
        </p:nvGrpSpPr>
        <p:grpSpPr>
          <a:xfrm flipH="1">
            <a:off x="11521659" y="4785465"/>
            <a:ext cx="770785" cy="561999"/>
            <a:chOff x="4468725" y="937901"/>
            <a:chExt cx="656322" cy="478541"/>
          </a:xfrm>
        </p:grpSpPr>
        <p:sp>
          <p:nvSpPr>
            <p:cNvPr id="266" name="Google Shape;266;p8"/>
            <p:cNvSpPr/>
            <p:nvPr/>
          </p:nvSpPr>
          <p:spPr>
            <a:xfrm>
              <a:off x="4469534" y="937901"/>
              <a:ext cx="655513" cy="397461"/>
            </a:xfrm>
            <a:custGeom>
              <a:rect b="b" l="l" r="r" t="t"/>
              <a:pathLst>
                <a:path extrusionOk="0" h="397461" w="655513">
                  <a:moveTo>
                    <a:pt x="446589" y="397461"/>
                  </a:moveTo>
                  <a:lnTo>
                    <a:pt x="59831" y="253036"/>
                  </a:lnTo>
                  <a:lnTo>
                    <a:pt x="0" y="152311"/>
                  </a:lnTo>
                  <a:lnTo>
                    <a:pt x="261347" y="0"/>
                  </a:lnTo>
                  <a:lnTo>
                    <a:pt x="655513" y="159184"/>
                  </a:lnTo>
                  <a:lnTo>
                    <a:pt x="446589" y="39746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8"/>
            <p:cNvSpPr/>
            <p:nvPr/>
          </p:nvSpPr>
          <p:spPr>
            <a:xfrm>
              <a:off x="4468725" y="1087913"/>
              <a:ext cx="468570" cy="328529"/>
            </a:xfrm>
            <a:custGeom>
              <a:rect b="b" l="l" r="r" t="t"/>
              <a:pathLst>
                <a:path extrusionOk="0" h="328529" w="468570">
                  <a:moveTo>
                    <a:pt x="69587" y="164066"/>
                  </a:moveTo>
                  <a:lnTo>
                    <a:pt x="0" y="0"/>
                  </a:lnTo>
                  <a:lnTo>
                    <a:pt x="468570" y="201929"/>
                  </a:lnTo>
                  <a:lnTo>
                    <a:pt x="427927" y="328530"/>
                  </a:lnTo>
                  <a:lnTo>
                    <a:pt x="69587" y="16406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8"/>
            <p:cNvSpPr/>
            <p:nvPr/>
          </p:nvSpPr>
          <p:spPr>
            <a:xfrm>
              <a:off x="4859530" y="1097086"/>
              <a:ext cx="265516" cy="319356"/>
            </a:xfrm>
            <a:custGeom>
              <a:rect b="b" l="l" r="r" t="t"/>
              <a:pathLst>
                <a:path extrusionOk="0" h="319356" w="265516">
                  <a:moveTo>
                    <a:pt x="0" y="158537"/>
                  </a:moveTo>
                  <a:lnTo>
                    <a:pt x="265517" y="0"/>
                  </a:lnTo>
                  <a:lnTo>
                    <a:pt x="253777" y="267958"/>
                  </a:lnTo>
                  <a:lnTo>
                    <a:pt x="37121" y="319357"/>
                  </a:lnTo>
                  <a:lnTo>
                    <a:pt x="0" y="15853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9" name="Google Shape;269;p8"/>
          <p:cNvGrpSpPr/>
          <p:nvPr/>
        </p:nvGrpSpPr>
        <p:grpSpPr>
          <a:xfrm flipH="1">
            <a:off x="10315651" y="5347469"/>
            <a:ext cx="1976801" cy="1979513"/>
            <a:chOff x="4593392" y="1441589"/>
            <a:chExt cx="1683243" cy="1685552"/>
          </a:xfrm>
        </p:grpSpPr>
        <p:sp>
          <p:nvSpPr>
            <p:cNvPr id="270" name="Google Shape;270;p8"/>
            <p:cNvSpPr/>
            <p:nvPr/>
          </p:nvSpPr>
          <p:spPr>
            <a:xfrm>
              <a:off x="4643547" y="1545109"/>
              <a:ext cx="1633088" cy="1582032"/>
            </a:xfrm>
            <a:custGeom>
              <a:rect b="b" l="l" r="r" t="t"/>
              <a:pathLst>
                <a:path extrusionOk="0" h="1582032" w="1653760">
                  <a:moveTo>
                    <a:pt x="1278115" y="0"/>
                  </a:moveTo>
                  <a:cubicBezTo>
                    <a:pt x="1278115" y="0"/>
                    <a:pt x="1326166" y="722772"/>
                    <a:pt x="1062795" y="991155"/>
                  </a:cubicBezTo>
                  <a:cubicBezTo>
                    <a:pt x="803634" y="1255283"/>
                    <a:pt x="237544" y="1176365"/>
                    <a:pt x="0" y="1110874"/>
                  </a:cubicBezTo>
                  <a:cubicBezTo>
                    <a:pt x="19836" y="1171940"/>
                    <a:pt x="287417" y="1421932"/>
                    <a:pt x="332756" y="1466433"/>
                  </a:cubicBezTo>
                  <a:cubicBezTo>
                    <a:pt x="554027" y="1683550"/>
                    <a:pt x="1001911" y="1585906"/>
                    <a:pt x="1333169" y="1248341"/>
                  </a:cubicBezTo>
                  <a:cubicBezTo>
                    <a:pt x="1664387" y="910771"/>
                    <a:pt x="1753405" y="461017"/>
                    <a:pt x="1532135" y="243900"/>
                  </a:cubicBezTo>
                  <a:cubicBezTo>
                    <a:pt x="1522176" y="234103"/>
                    <a:pt x="1278115" y="0"/>
                    <a:pt x="12781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8"/>
            <p:cNvSpPr/>
            <p:nvPr/>
          </p:nvSpPr>
          <p:spPr>
            <a:xfrm>
              <a:off x="4593392" y="1441589"/>
              <a:ext cx="1442681" cy="1453563"/>
            </a:xfrm>
            <a:custGeom>
              <a:rect b="b" l="l" r="r" t="t"/>
              <a:pathLst>
                <a:path extrusionOk="0" h="1453563" w="1442681">
                  <a:moveTo>
                    <a:pt x="994706" y="186"/>
                  </a:moveTo>
                  <a:cubicBezTo>
                    <a:pt x="780358" y="5452"/>
                    <a:pt x="527714" y="122670"/>
                    <a:pt x="320693" y="333650"/>
                  </a:cubicBezTo>
                  <a:cubicBezTo>
                    <a:pt x="-10525" y="671215"/>
                    <a:pt x="-99705" y="1120845"/>
                    <a:pt x="121606" y="1337962"/>
                  </a:cubicBezTo>
                  <a:cubicBezTo>
                    <a:pt x="342877" y="1555083"/>
                    <a:pt x="790761" y="1457438"/>
                    <a:pt x="1121979" y="1119869"/>
                  </a:cubicBezTo>
                  <a:cubicBezTo>
                    <a:pt x="1453196" y="782304"/>
                    <a:pt x="1542377" y="332675"/>
                    <a:pt x="1321106" y="115557"/>
                  </a:cubicBezTo>
                  <a:cubicBezTo>
                    <a:pt x="1238119" y="34137"/>
                    <a:pt x="1123315" y="-2976"/>
                    <a:pt x="994706" y="186"/>
                  </a:cubicBezTo>
                  <a:close/>
                  <a:moveTo>
                    <a:pt x="845573" y="399938"/>
                  </a:moveTo>
                  <a:cubicBezTo>
                    <a:pt x="903704" y="398509"/>
                    <a:pt x="955560" y="415256"/>
                    <a:pt x="993087" y="452058"/>
                  </a:cubicBezTo>
                  <a:cubicBezTo>
                    <a:pt x="1093075" y="550192"/>
                    <a:pt x="1052837" y="753501"/>
                    <a:pt x="903137" y="906079"/>
                  </a:cubicBezTo>
                  <a:cubicBezTo>
                    <a:pt x="753437" y="1058653"/>
                    <a:pt x="551031" y="1102762"/>
                    <a:pt x="451002" y="1004627"/>
                  </a:cubicBezTo>
                  <a:cubicBezTo>
                    <a:pt x="350973" y="906492"/>
                    <a:pt x="391252" y="703305"/>
                    <a:pt x="540951" y="550731"/>
                  </a:cubicBezTo>
                  <a:cubicBezTo>
                    <a:pt x="634503" y="455369"/>
                    <a:pt x="748701" y="402318"/>
                    <a:pt x="845573" y="39993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8"/>
            <p:cNvSpPr/>
            <p:nvPr/>
          </p:nvSpPr>
          <p:spPr>
            <a:xfrm>
              <a:off x="4986203" y="1827976"/>
              <a:ext cx="656440" cy="678044"/>
            </a:xfrm>
            <a:custGeom>
              <a:rect b="b" l="l" r="r" t="t"/>
              <a:pathLst>
                <a:path extrusionOk="0" h="656701" w="651553">
                  <a:moveTo>
                    <a:pt x="449336" y="84"/>
                  </a:moveTo>
                  <a:cubicBezTo>
                    <a:pt x="352424" y="2464"/>
                    <a:pt x="238267" y="55390"/>
                    <a:pt x="144714" y="150751"/>
                  </a:cubicBezTo>
                  <a:cubicBezTo>
                    <a:pt x="91400" y="205065"/>
                    <a:pt x="52336" y="265827"/>
                    <a:pt x="28169" y="325958"/>
                  </a:cubicBezTo>
                  <a:cubicBezTo>
                    <a:pt x="-15551" y="434735"/>
                    <a:pt x="-9641" y="541574"/>
                    <a:pt x="54765" y="604773"/>
                  </a:cubicBezTo>
                  <a:cubicBezTo>
                    <a:pt x="106662" y="655723"/>
                    <a:pt x="186289" y="667907"/>
                    <a:pt x="271704" y="646898"/>
                  </a:cubicBezTo>
                  <a:cubicBezTo>
                    <a:pt x="289759" y="567587"/>
                    <a:pt x="336150" y="482770"/>
                    <a:pt x="407964" y="409576"/>
                  </a:cubicBezTo>
                  <a:cubicBezTo>
                    <a:pt x="479899" y="336249"/>
                    <a:pt x="564019" y="288383"/>
                    <a:pt x="643120" y="268904"/>
                  </a:cubicBezTo>
                  <a:cubicBezTo>
                    <a:pt x="654819" y="217493"/>
                    <a:pt x="654495" y="168539"/>
                    <a:pt x="641217" y="126463"/>
                  </a:cubicBezTo>
                  <a:cubicBezTo>
                    <a:pt x="632311" y="98134"/>
                    <a:pt x="617900" y="72748"/>
                    <a:pt x="596930" y="52204"/>
                  </a:cubicBezTo>
                  <a:cubicBezTo>
                    <a:pt x="559445" y="15402"/>
                    <a:pt x="507467" y="-1345"/>
                    <a:pt x="449336" y="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3" name="Google Shape;273;p8"/>
          <p:cNvSpPr/>
          <p:nvPr/>
        </p:nvSpPr>
        <p:spPr>
          <a:xfrm>
            <a:off x="323750" y="241352"/>
            <a:ext cx="607123" cy="607123"/>
          </a:xfrm>
          <a:custGeom>
            <a:rect b="b" l="l" r="r" t="t"/>
            <a:pathLst>
              <a:path extrusionOk="0" h="447236" w="447236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8"/>
          <p:cNvSpPr txBox="1"/>
          <p:nvPr>
            <p:ph type="title"/>
          </p:nvPr>
        </p:nvSpPr>
        <p:spPr>
          <a:xfrm>
            <a:off x="1023125" y="877838"/>
            <a:ext cx="10145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275" name="Google Shape;275;p8"/>
          <p:cNvSpPr txBox="1"/>
          <p:nvPr>
            <p:ph idx="1" type="body"/>
          </p:nvPr>
        </p:nvSpPr>
        <p:spPr>
          <a:xfrm>
            <a:off x="1023113" y="2133550"/>
            <a:ext cx="4762800" cy="3846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/>
        </p:txBody>
      </p:sp>
      <p:sp>
        <p:nvSpPr>
          <p:cNvPr id="276" name="Google Shape;276;p8"/>
          <p:cNvSpPr txBox="1"/>
          <p:nvPr>
            <p:ph idx="2" type="body"/>
          </p:nvPr>
        </p:nvSpPr>
        <p:spPr>
          <a:xfrm>
            <a:off x="6406088" y="2133550"/>
            <a:ext cx="4762800" cy="3846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/>
        </p:txBody>
      </p:sp>
      <p:sp>
        <p:nvSpPr>
          <p:cNvPr id="277" name="Google Shape;277;p8"/>
          <p:cNvSpPr txBox="1"/>
          <p:nvPr>
            <p:ph idx="3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TITLE_AND_TWO_COLUMNS_1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9"/>
          <p:cNvSpPr txBox="1"/>
          <p:nvPr>
            <p:ph type="title"/>
          </p:nvPr>
        </p:nvSpPr>
        <p:spPr>
          <a:xfrm>
            <a:off x="659700" y="603600"/>
            <a:ext cx="10872600" cy="861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280" name="Google Shape;280;p9"/>
          <p:cNvSpPr txBox="1"/>
          <p:nvPr>
            <p:ph idx="1" type="body"/>
          </p:nvPr>
        </p:nvSpPr>
        <p:spPr>
          <a:xfrm>
            <a:off x="659650" y="3826963"/>
            <a:ext cx="3315000" cy="2423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rtl="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2000"/>
            </a:lvl1pPr>
            <a:lvl2pPr indent="-330200" lvl="1" marL="914400" rtl="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81" name="Google Shape;281;p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2" name="Google Shape;282;p9"/>
          <p:cNvSpPr txBox="1"/>
          <p:nvPr>
            <p:ph idx="2" type="subTitle"/>
          </p:nvPr>
        </p:nvSpPr>
        <p:spPr>
          <a:xfrm>
            <a:off x="659663" y="3193600"/>
            <a:ext cx="3315000" cy="633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83" name="Google Shape;283;p9"/>
          <p:cNvSpPr txBox="1"/>
          <p:nvPr>
            <p:ph idx="3" type="body"/>
          </p:nvPr>
        </p:nvSpPr>
        <p:spPr>
          <a:xfrm>
            <a:off x="4438488" y="3826975"/>
            <a:ext cx="3315000" cy="2423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rtl="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2000"/>
            </a:lvl1pPr>
            <a:lvl2pPr indent="-330200" lvl="1" marL="914400" rtl="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84" name="Google Shape;284;p9"/>
          <p:cNvSpPr txBox="1"/>
          <p:nvPr>
            <p:ph idx="4" type="subTitle"/>
          </p:nvPr>
        </p:nvSpPr>
        <p:spPr>
          <a:xfrm>
            <a:off x="4438500" y="3193605"/>
            <a:ext cx="3315000" cy="633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85" name="Google Shape;285;p9"/>
          <p:cNvSpPr txBox="1"/>
          <p:nvPr>
            <p:ph idx="5" type="body"/>
          </p:nvPr>
        </p:nvSpPr>
        <p:spPr>
          <a:xfrm>
            <a:off x="8217327" y="3826963"/>
            <a:ext cx="3315000" cy="2423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rtl="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2000"/>
            </a:lvl1pPr>
            <a:lvl2pPr indent="-330200" lvl="1" marL="914400" rtl="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86" name="Google Shape;286;p9"/>
          <p:cNvSpPr txBox="1"/>
          <p:nvPr>
            <p:ph idx="6" type="subTitle"/>
          </p:nvPr>
        </p:nvSpPr>
        <p:spPr>
          <a:xfrm>
            <a:off x="8217338" y="3193600"/>
            <a:ext cx="3315000" cy="633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87" name="Google Shape;287;p9"/>
          <p:cNvSpPr/>
          <p:nvPr/>
        </p:nvSpPr>
        <p:spPr>
          <a:xfrm flipH="1">
            <a:off x="11270114" y="232339"/>
            <a:ext cx="607123" cy="607123"/>
          </a:xfrm>
          <a:custGeom>
            <a:rect b="b" l="l" r="r" t="t"/>
            <a:pathLst>
              <a:path extrusionOk="0" h="447236" w="447236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9"/>
          <p:cNvSpPr/>
          <p:nvPr/>
        </p:nvSpPr>
        <p:spPr>
          <a:xfrm flipH="1">
            <a:off x="9890848" y="-461213"/>
            <a:ext cx="1181365" cy="1181368"/>
          </a:xfrm>
          <a:custGeom>
            <a:rect b="b" l="l" r="r" t="t"/>
            <a:pathLst>
              <a:path extrusionOk="0" h="1291113" w="1291109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9"/>
          <p:cNvSpPr/>
          <p:nvPr/>
        </p:nvSpPr>
        <p:spPr>
          <a:xfrm>
            <a:off x="323750" y="241352"/>
            <a:ext cx="607123" cy="607123"/>
          </a:xfrm>
          <a:custGeom>
            <a:rect b="b" l="l" r="r" t="t"/>
            <a:pathLst>
              <a:path extrusionOk="0" h="447236" w="447236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9"/>
          <p:cNvSpPr/>
          <p:nvPr/>
        </p:nvSpPr>
        <p:spPr>
          <a:xfrm flipH="1">
            <a:off x="159222" y="6172023"/>
            <a:ext cx="1090987" cy="1090990"/>
          </a:xfrm>
          <a:custGeom>
            <a:rect b="b" l="l" r="r" t="t"/>
            <a:pathLst>
              <a:path extrusionOk="0" h="1291113" w="1291109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TITLE_AND_TWO_COLUMNS_1_1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0"/>
          <p:cNvSpPr txBox="1"/>
          <p:nvPr>
            <p:ph type="title"/>
          </p:nvPr>
        </p:nvSpPr>
        <p:spPr>
          <a:xfrm>
            <a:off x="1160550" y="1060800"/>
            <a:ext cx="102645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293" name="Google Shape;293;p10"/>
          <p:cNvSpPr txBox="1"/>
          <p:nvPr>
            <p:ph idx="1" type="body"/>
          </p:nvPr>
        </p:nvSpPr>
        <p:spPr>
          <a:xfrm>
            <a:off x="1160550" y="4961940"/>
            <a:ext cx="2723100" cy="885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rtl="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94" name="Google Shape;294;p1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5" name="Google Shape;295;p10"/>
          <p:cNvSpPr txBox="1"/>
          <p:nvPr>
            <p:ph idx="2" type="subTitle"/>
          </p:nvPr>
        </p:nvSpPr>
        <p:spPr>
          <a:xfrm>
            <a:off x="1160550" y="2979925"/>
            <a:ext cx="1417500" cy="13053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20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96" name="Google Shape;296;p10"/>
          <p:cNvSpPr txBox="1"/>
          <p:nvPr>
            <p:ph idx="3" type="body"/>
          </p:nvPr>
        </p:nvSpPr>
        <p:spPr>
          <a:xfrm>
            <a:off x="4455010" y="4961939"/>
            <a:ext cx="2723100" cy="885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rtl="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97" name="Google Shape;297;p10"/>
          <p:cNvSpPr txBox="1"/>
          <p:nvPr>
            <p:ph idx="4" type="subTitle"/>
          </p:nvPr>
        </p:nvSpPr>
        <p:spPr>
          <a:xfrm>
            <a:off x="4455006" y="2979935"/>
            <a:ext cx="1417500" cy="13053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20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98" name="Google Shape;298;p10"/>
          <p:cNvSpPr txBox="1"/>
          <p:nvPr>
            <p:ph idx="5" type="body"/>
          </p:nvPr>
        </p:nvSpPr>
        <p:spPr>
          <a:xfrm>
            <a:off x="7749486" y="4961955"/>
            <a:ext cx="2723100" cy="885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rtl="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99" name="Google Shape;299;p10"/>
          <p:cNvSpPr txBox="1"/>
          <p:nvPr>
            <p:ph idx="6" type="subTitle"/>
          </p:nvPr>
        </p:nvSpPr>
        <p:spPr>
          <a:xfrm>
            <a:off x="7749462" y="2979925"/>
            <a:ext cx="1417500" cy="13053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20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00" name="Google Shape;300;p10"/>
          <p:cNvSpPr txBox="1"/>
          <p:nvPr>
            <p:ph idx="7" type="subTitle"/>
          </p:nvPr>
        </p:nvSpPr>
        <p:spPr>
          <a:xfrm>
            <a:off x="1160550" y="4507450"/>
            <a:ext cx="2723100" cy="530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01" name="Google Shape;301;p10"/>
          <p:cNvSpPr txBox="1"/>
          <p:nvPr>
            <p:ph idx="8" type="subTitle"/>
          </p:nvPr>
        </p:nvSpPr>
        <p:spPr>
          <a:xfrm>
            <a:off x="4454989" y="4507438"/>
            <a:ext cx="2723100" cy="530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02" name="Google Shape;302;p10"/>
          <p:cNvSpPr txBox="1"/>
          <p:nvPr>
            <p:ph idx="9" type="subTitle"/>
          </p:nvPr>
        </p:nvSpPr>
        <p:spPr>
          <a:xfrm>
            <a:off x="7749461" y="4507450"/>
            <a:ext cx="2723100" cy="530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grpSp>
        <p:nvGrpSpPr>
          <p:cNvPr id="303" name="Google Shape;303;p10"/>
          <p:cNvGrpSpPr/>
          <p:nvPr/>
        </p:nvGrpSpPr>
        <p:grpSpPr>
          <a:xfrm flipH="1">
            <a:off x="10087470" y="288279"/>
            <a:ext cx="1864421" cy="1864281"/>
            <a:chOff x="4616075" y="1332525"/>
            <a:chExt cx="1915566" cy="1881022"/>
          </a:xfrm>
        </p:grpSpPr>
        <p:sp>
          <p:nvSpPr>
            <p:cNvPr id="304" name="Google Shape;304;p10"/>
            <p:cNvSpPr/>
            <p:nvPr/>
          </p:nvSpPr>
          <p:spPr>
            <a:xfrm>
              <a:off x="4616077" y="1332525"/>
              <a:ext cx="1912253" cy="4048"/>
            </a:xfrm>
            <a:custGeom>
              <a:rect b="b" l="l" r="r" t="t"/>
              <a:pathLst>
                <a:path extrusionOk="0" h="4048" w="1912253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10"/>
            <p:cNvSpPr/>
            <p:nvPr/>
          </p:nvSpPr>
          <p:spPr>
            <a:xfrm>
              <a:off x="4616077" y="1645356"/>
              <a:ext cx="1912253" cy="4048"/>
            </a:xfrm>
            <a:custGeom>
              <a:rect b="b" l="l" r="r" t="t"/>
              <a:pathLst>
                <a:path extrusionOk="0" h="4048" w="1912253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10"/>
            <p:cNvSpPr/>
            <p:nvPr/>
          </p:nvSpPr>
          <p:spPr>
            <a:xfrm>
              <a:off x="4616077" y="1958183"/>
              <a:ext cx="1912253" cy="4048"/>
            </a:xfrm>
            <a:custGeom>
              <a:rect b="b" l="l" r="r" t="t"/>
              <a:pathLst>
                <a:path extrusionOk="0" h="4048" w="1912253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10"/>
            <p:cNvSpPr/>
            <p:nvPr/>
          </p:nvSpPr>
          <p:spPr>
            <a:xfrm>
              <a:off x="4616077" y="2271014"/>
              <a:ext cx="1912253" cy="4048"/>
            </a:xfrm>
            <a:custGeom>
              <a:rect b="b" l="l" r="r" t="t"/>
              <a:pathLst>
                <a:path extrusionOk="0" h="4048" w="1912253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10"/>
            <p:cNvSpPr/>
            <p:nvPr/>
          </p:nvSpPr>
          <p:spPr>
            <a:xfrm>
              <a:off x="4616077" y="2583841"/>
              <a:ext cx="1912253" cy="4048"/>
            </a:xfrm>
            <a:custGeom>
              <a:rect b="b" l="l" r="r" t="t"/>
              <a:pathLst>
                <a:path extrusionOk="0" h="4048" w="1912253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10"/>
            <p:cNvSpPr/>
            <p:nvPr/>
          </p:nvSpPr>
          <p:spPr>
            <a:xfrm>
              <a:off x="4616077" y="2896672"/>
              <a:ext cx="1912253" cy="4048"/>
            </a:xfrm>
            <a:custGeom>
              <a:rect b="b" l="l" r="r" t="t"/>
              <a:pathLst>
                <a:path extrusionOk="0" h="4048" w="1912253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10"/>
            <p:cNvSpPr/>
            <p:nvPr/>
          </p:nvSpPr>
          <p:spPr>
            <a:xfrm>
              <a:off x="4616077" y="3209499"/>
              <a:ext cx="1912253" cy="4048"/>
            </a:xfrm>
            <a:custGeom>
              <a:rect b="b" l="l" r="r" t="t"/>
              <a:pathLst>
                <a:path extrusionOk="0" h="4048" w="1912253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10"/>
            <p:cNvSpPr/>
            <p:nvPr/>
          </p:nvSpPr>
          <p:spPr>
            <a:xfrm>
              <a:off x="4616075" y="1332525"/>
              <a:ext cx="4048" cy="1876973"/>
            </a:xfrm>
            <a:custGeom>
              <a:rect b="b" l="l" r="r" t="t"/>
              <a:pathLst>
                <a:path extrusionOk="0" h="1876973" w="4048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10"/>
            <p:cNvSpPr/>
            <p:nvPr/>
          </p:nvSpPr>
          <p:spPr>
            <a:xfrm>
              <a:off x="4941627" y="1332525"/>
              <a:ext cx="4048" cy="1876973"/>
            </a:xfrm>
            <a:custGeom>
              <a:rect b="b" l="l" r="r" t="t"/>
              <a:pathLst>
                <a:path extrusionOk="0" h="1876973" w="4048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10"/>
            <p:cNvSpPr/>
            <p:nvPr/>
          </p:nvSpPr>
          <p:spPr>
            <a:xfrm>
              <a:off x="5256733" y="1332525"/>
              <a:ext cx="4048" cy="1876973"/>
            </a:xfrm>
            <a:custGeom>
              <a:rect b="b" l="l" r="r" t="t"/>
              <a:pathLst>
                <a:path extrusionOk="0" h="1876973" w="4048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10"/>
            <p:cNvSpPr/>
            <p:nvPr/>
          </p:nvSpPr>
          <p:spPr>
            <a:xfrm>
              <a:off x="5571839" y="1332525"/>
              <a:ext cx="4048" cy="1876973"/>
            </a:xfrm>
            <a:custGeom>
              <a:rect b="b" l="l" r="r" t="t"/>
              <a:pathLst>
                <a:path extrusionOk="0" h="1876973" w="4048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10"/>
            <p:cNvSpPr/>
            <p:nvPr/>
          </p:nvSpPr>
          <p:spPr>
            <a:xfrm>
              <a:off x="5886945" y="1332525"/>
              <a:ext cx="4048" cy="1876973"/>
            </a:xfrm>
            <a:custGeom>
              <a:rect b="b" l="l" r="r" t="t"/>
              <a:pathLst>
                <a:path extrusionOk="0" h="1876973" w="4048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10"/>
            <p:cNvSpPr/>
            <p:nvPr/>
          </p:nvSpPr>
          <p:spPr>
            <a:xfrm>
              <a:off x="6202051" y="1332525"/>
              <a:ext cx="4048" cy="1876973"/>
            </a:xfrm>
            <a:custGeom>
              <a:rect b="b" l="l" r="r" t="t"/>
              <a:pathLst>
                <a:path extrusionOk="0" h="1876973" w="4048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10"/>
            <p:cNvSpPr/>
            <p:nvPr/>
          </p:nvSpPr>
          <p:spPr>
            <a:xfrm>
              <a:off x="6527594" y="1332525"/>
              <a:ext cx="4048" cy="1876973"/>
            </a:xfrm>
            <a:custGeom>
              <a:rect b="b" l="l" r="r" t="t"/>
              <a:pathLst>
                <a:path extrusionOk="0" h="1876973" w="4048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8" name="Google Shape;318;p10"/>
          <p:cNvSpPr/>
          <p:nvPr/>
        </p:nvSpPr>
        <p:spPr>
          <a:xfrm flipH="1">
            <a:off x="10696509" y="-209400"/>
            <a:ext cx="845676" cy="845679"/>
          </a:xfrm>
          <a:custGeom>
            <a:rect b="b" l="l" r="r" t="t"/>
            <a:pathLst>
              <a:path extrusionOk="0" h="1291113" w="1291109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9" name="Google Shape;319;p10"/>
          <p:cNvGrpSpPr/>
          <p:nvPr/>
        </p:nvGrpSpPr>
        <p:grpSpPr>
          <a:xfrm flipH="1">
            <a:off x="11312263" y="880242"/>
            <a:ext cx="639848" cy="466530"/>
            <a:chOff x="4468725" y="937901"/>
            <a:chExt cx="656322" cy="478541"/>
          </a:xfrm>
        </p:grpSpPr>
        <p:sp>
          <p:nvSpPr>
            <p:cNvPr id="320" name="Google Shape;320;p10"/>
            <p:cNvSpPr/>
            <p:nvPr/>
          </p:nvSpPr>
          <p:spPr>
            <a:xfrm>
              <a:off x="4469534" y="937901"/>
              <a:ext cx="655513" cy="397461"/>
            </a:xfrm>
            <a:custGeom>
              <a:rect b="b" l="l" r="r" t="t"/>
              <a:pathLst>
                <a:path extrusionOk="0" h="397461" w="655513">
                  <a:moveTo>
                    <a:pt x="446589" y="397461"/>
                  </a:moveTo>
                  <a:lnTo>
                    <a:pt x="59831" y="253036"/>
                  </a:lnTo>
                  <a:lnTo>
                    <a:pt x="0" y="152311"/>
                  </a:lnTo>
                  <a:lnTo>
                    <a:pt x="261347" y="0"/>
                  </a:lnTo>
                  <a:lnTo>
                    <a:pt x="655513" y="159184"/>
                  </a:lnTo>
                  <a:lnTo>
                    <a:pt x="446589" y="39746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10"/>
            <p:cNvSpPr/>
            <p:nvPr/>
          </p:nvSpPr>
          <p:spPr>
            <a:xfrm>
              <a:off x="4468725" y="1087913"/>
              <a:ext cx="468570" cy="328529"/>
            </a:xfrm>
            <a:custGeom>
              <a:rect b="b" l="l" r="r" t="t"/>
              <a:pathLst>
                <a:path extrusionOk="0" h="328529" w="468570">
                  <a:moveTo>
                    <a:pt x="69587" y="164066"/>
                  </a:moveTo>
                  <a:lnTo>
                    <a:pt x="0" y="0"/>
                  </a:lnTo>
                  <a:lnTo>
                    <a:pt x="468570" y="201929"/>
                  </a:lnTo>
                  <a:lnTo>
                    <a:pt x="427927" y="328530"/>
                  </a:lnTo>
                  <a:lnTo>
                    <a:pt x="69587" y="16406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10"/>
            <p:cNvSpPr/>
            <p:nvPr/>
          </p:nvSpPr>
          <p:spPr>
            <a:xfrm>
              <a:off x="4859530" y="1097086"/>
              <a:ext cx="265516" cy="319356"/>
            </a:xfrm>
            <a:custGeom>
              <a:rect b="b" l="l" r="r" t="t"/>
              <a:pathLst>
                <a:path extrusionOk="0" h="319356" w="265516">
                  <a:moveTo>
                    <a:pt x="0" y="158537"/>
                  </a:moveTo>
                  <a:lnTo>
                    <a:pt x="265517" y="0"/>
                  </a:lnTo>
                  <a:lnTo>
                    <a:pt x="253777" y="267958"/>
                  </a:lnTo>
                  <a:lnTo>
                    <a:pt x="37121" y="319357"/>
                  </a:lnTo>
                  <a:lnTo>
                    <a:pt x="0" y="15853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3" name="Google Shape;323;p10"/>
          <p:cNvGrpSpPr/>
          <p:nvPr/>
        </p:nvGrpSpPr>
        <p:grpSpPr>
          <a:xfrm flipH="1">
            <a:off x="9308548" y="291850"/>
            <a:ext cx="1640994" cy="1643245"/>
            <a:chOff x="4593392" y="1441589"/>
            <a:chExt cx="1683243" cy="1685552"/>
          </a:xfrm>
        </p:grpSpPr>
        <p:sp>
          <p:nvSpPr>
            <p:cNvPr id="324" name="Google Shape;324;p10"/>
            <p:cNvSpPr/>
            <p:nvPr/>
          </p:nvSpPr>
          <p:spPr>
            <a:xfrm>
              <a:off x="4643547" y="1545109"/>
              <a:ext cx="1633088" cy="1582032"/>
            </a:xfrm>
            <a:custGeom>
              <a:rect b="b" l="l" r="r" t="t"/>
              <a:pathLst>
                <a:path extrusionOk="0" h="1582032" w="1653760">
                  <a:moveTo>
                    <a:pt x="1278115" y="0"/>
                  </a:moveTo>
                  <a:cubicBezTo>
                    <a:pt x="1278115" y="0"/>
                    <a:pt x="1326166" y="722772"/>
                    <a:pt x="1062795" y="991155"/>
                  </a:cubicBezTo>
                  <a:cubicBezTo>
                    <a:pt x="803634" y="1255283"/>
                    <a:pt x="237544" y="1176365"/>
                    <a:pt x="0" y="1110874"/>
                  </a:cubicBezTo>
                  <a:cubicBezTo>
                    <a:pt x="19836" y="1171940"/>
                    <a:pt x="287417" y="1421932"/>
                    <a:pt x="332756" y="1466433"/>
                  </a:cubicBezTo>
                  <a:cubicBezTo>
                    <a:pt x="554027" y="1683550"/>
                    <a:pt x="1001911" y="1585906"/>
                    <a:pt x="1333169" y="1248341"/>
                  </a:cubicBezTo>
                  <a:cubicBezTo>
                    <a:pt x="1664387" y="910771"/>
                    <a:pt x="1753405" y="461017"/>
                    <a:pt x="1532135" y="243900"/>
                  </a:cubicBezTo>
                  <a:cubicBezTo>
                    <a:pt x="1522176" y="234103"/>
                    <a:pt x="1278115" y="0"/>
                    <a:pt x="12781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10"/>
            <p:cNvSpPr/>
            <p:nvPr/>
          </p:nvSpPr>
          <p:spPr>
            <a:xfrm>
              <a:off x="4593392" y="1441589"/>
              <a:ext cx="1442681" cy="1453563"/>
            </a:xfrm>
            <a:custGeom>
              <a:rect b="b" l="l" r="r" t="t"/>
              <a:pathLst>
                <a:path extrusionOk="0" h="1453563" w="1442681">
                  <a:moveTo>
                    <a:pt x="994706" y="186"/>
                  </a:moveTo>
                  <a:cubicBezTo>
                    <a:pt x="780358" y="5452"/>
                    <a:pt x="527714" y="122670"/>
                    <a:pt x="320693" y="333650"/>
                  </a:cubicBezTo>
                  <a:cubicBezTo>
                    <a:pt x="-10525" y="671215"/>
                    <a:pt x="-99705" y="1120845"/>
                    <a:pt x="121606" y="1337962"/>
                  </a:cubicBezTo>
                  <a:cubicBezTo>
                    <a:pt x="342877" y="1555083"/>
                    <a:pt x="790761" y="1457438"/>
                    <a:pt x="1121979" y="1119869"/>
                  </a:cubicBezTo>
                  <a:cubicBezTo>
                    <a:pt x="1453196" y="782304"/>
                    <a:pt x="1542377" y="332675"/>
                    <a:pt x="1321106" y="115557"/>
                  </a:cubicBezTo>
                  <a:cubicBezTo>
                    <a:pt x="1238119" y="34137"/>
                    <a:pt x="1123315" y="-2976"/>
                    <a:pt x="994706" y="186"/>
                  </a:cubicBezTo>
                  <a:close/>
                  <a:moveTo>
                    <a:pt x="845573" y="399938"/>
                  </a:moveTo>
                  <a:cubicBezTo>
                    <a:pt x="903704" y="398509"/>
                    <a:pt x="955560" y="415256"/>
                    <a:pt x="993087" y="452058"/>
                  </a:cubicBezTo>
                  <a:cubicBezTo>
                    <a:pt x="1093075" y="550192"/>
                    <a:pt x="1052837" y="753501"/>
                    <a:pt x="903137" y="906079"/>
                  </a:cubicBezTo>
                  <a:cubicBezTo>
                    <a:pt x="753437" y="1058653"/>
                    <a:pt x="551031" y="1102762"/>
                    <a:pt x="451002" y="1004627"/>
                  </a:cubicBezTo>
                  <a:cubicBezTo>
                    <a:pt x="350973" y="906492"/>
                    <a:pt x="391252" y="703305"/>
                    <a:pt x="540951" y="550731"/>
                  </a:cubicBezTo>
                  <a:cubicBezTo>
                    <a:pt x="634503" y="455369"/>
                    <a:pt x="748701" y="402318"/>
                    <a:pt x="845573" y="39993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10"/>
            <p:cNvSpPr/>
            <p:nvPr/>
          </p:nvSpPr>
          <p:spPr>
            <a:xfrm>
              <a:off x="4986203" y="1827976"/>
              <a:ext cx="656440" cy="678044"/>
            </a:xfrm>
            <a:custGeom>
              <a:rect b="b" l="l" r="r" t="t"/>
              <a:pathLst>
                <a:path extrusionOk="0" h="656701" w="651553">
                  <a:moveTo>
                    <a:pt x="449336" y="84"/>
                  </a:moveTo>
                  <a:cubicBezTo>
                    <a:pt x="352424" y="2464"/>
                    <a:pt x="238267" y="55390"/>
                    <a:pt x="144714" y="150751"/>
                  </a:cubicBezTo>
                  <a:cubicBezTo>
                    <a:pt x="91400" y="205065"/>
                    <a:pt x="52336" y="265827"/>
                    <a:pt x="28169" y="325958"/>
                  </a:cubicBezTo>
                  <a:cubicBezTo>
                    <a:pt x="-15551" y="434735"/>
                    <a:pt x="-9641" y="541574"/>
                    <a:pt x="54765" y="604773"/>
                  </a:cubicBezTo>
                  <a:cubicBezTo>
                    <a:pt x="106662" y="655723"/>
                    <a:pt x="186289" y="667907"/>
                    <a:pt x="271704" y="646898"/>
                  </a:cubicBezTo>
                  <a:cubicBezTo>
                    <a:pt x="289759" y="567587"/>
                    <a:pt x="336150" y="482770"/>
                    <a:pt x="407964" y="409576"/>
                  </a:cubicBezTo>
                  <a:cubicBezTo>
                    <a:pt x="479899" y="336249"/>
                    <a:pt x="564019" y="288383"/>
                    <a:pt x="643120" y="268904"/>
                  </a:cubicBezTo>
                  <a:cubicBezTo>
                    <a:pt x="654819" y="217493"/>
                    <a:pt x="654495" y="168539"/>
                    <a:pt x="641217" y="126463"/>
                  </a:cubicBezTo>
                  <a:cubicBezTo>
                    <a:pt x="632311" y="98134"/>
                    <a:pt x="617900" y="72748"/>
                    <a:pt x="596930" y="52204"/>
                  </a:cubicBezTo>
                  <a:cubicBezTo>
                    <a:pt x="559445" y="15402"/>
                    <a:pt x="507467" y="-1345"/>
                    <a:pt x="449336" y="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7" name="Google Shape;327;p10"/>
          <p:cNvSpPr/>
          <p:nvPr/>
        </p:nvSpPr>
        <p:spPr>
          <a:xfrm flipH="1">
            <a:off x="8919775" y="1257296"/>
            <a:ext cx="504259" cy="504259"/>
          </a:xfrm>
          <a:custGeom>
            <a:rect b="b" l="l" r="r" t="t"/>
            <a:pathLst>
              <a:path extrusionOk="0" h="447236" w="447236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0"/>
          <p:cNvSpPr/>
          <p:nvPr/>
        </p:nvSpPr>
        <p:spPr>
          <a:xfrm flipH="1">
            <a:off x="11013159" y="6038673"/>
            <a:ext cx="1090987" cy="1090990"/>
          </a:xfrm>
          <a:custGeom>
            <a:rect b="b" l="l" r="r" t="t"/>
            <a:pathLst>
              <a:path extrusionOk="0" h="1291113" w="1291109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1"/>
          <p:cNvSpPr/>
          <p:nvPr/>
        </p:nvSpPr>
        <p:spPr>
          <a:xfrm flipH="1">
            <a:off x="11270114" y="232339"/>
            <a:ext cx="607123" cy="607123"/>
          </a:xfrm>
          <a:custGeom>
            <a:rect b="b" l="l" r="r" t="t"/>
            <a:pathLst>
              <a:path extrusionOk="0" h="447236" w="447236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1"/>
          <p:cNvSpPr/>
          <p:nvPr/>
        </p:nvSpPr>
        <p:spPr>
          <a:xfrm flipH="1">
            <a:off x="9890848" y="-461213"/>
            <a:ext cx="1181365" cy="1181368"/>
          </a:xfrm>
          <a:custGeom>
            <a:rect b="b" l="l" r="r" t="t"/>
            <a:pathLst>
              <a:path extrusionOk="0" h="1291113" w="1291109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1"/>
          <p:cNvSpPr/>
          <p:nvPr/>
        </p:nvSpPr>
        <p:spPr>
          <a:xfrm>
            <a:off x="323750" y="241352"/>
            <a:ext cx="607123" cy="607123"/>
          </a:xfrm>
          <a:custGeom>
            <a:rect b="b" l="l" r="r" t="t"/>
            <a:pathLst>
              <a:path extrusionOk="0" h="447236" w="447236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1"/>
          <p:cNvSpPr/>
          <p:nvPr/>
        </p:nvSpPr>
        <p:spPr>
          <a:xfrm flipH="1">
            <a:off x="159222" y="6172023"/>
            <a:ext cx="1090987" cy="1090990"/>
          </a:xfrm>
          <a:custGeom>
            <a:rect b="b" l="l" r="r" t="t"/>
            <a:pathLst>
              <a:path extrusionOk="0" h="1291113" w="1291109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335" name="Google Shape;335;p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2"/>
          <p:cNvSpPr/>
          <p:nvPr/>
        </p:nvSpPr>
        <p:spPr>
          <a:xfrm>
            <a:off x="6745299" y="4866384"/>
            <a:ext cx="1991617" cy="1991628"/>
          </a:xfrm>
          <a:custGeom>
            <a:rect b="b" l="l" r="r" t="t"/>
            <a:pathLst>
              <a:path extrusionOk="0" h="1467129" w="1467121">
                <a:moveTo>
                  <a:pt x="0" y="733569"/>
                </a:moveTo>
                <a:cubicBezTo>
                  <a:pt x="0" y="328433"/>
                  <a:pt x="328432" y="0"/>
                  <a:pt x="733569" y="0"/>
                </a:cubicBezTo>
                <a:cubicBezTo>
                  <a:pt x="1138697" y="0"/>
                  <a:pt x="1467121" y="328433"/>
                  <a:pt x="1467121" y="733569"/>
                </a:cubicBezTo>
                <a:cubicBezTo>
                  <a:pt x="1467121" y="1138709"/>
                  <a:pt x="1138697" y="1467129"/>
                  <a:pt x="733569" y="1467129"/>
                </a:cubicBezTo>
                <a:cubicBezTo>
                  <a:pt x="328432" y="1467129"/>
                  <a:pt x="0" y="1138709"/>
                  <a:pt x="0" y="73356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2"/>
          <p:cNvSpPr/>
          <p:nvPr/>
        </p:nvSpPr>
        <p:spPr>
          <a:xfrm>
            <a:off x="9241061" y="296553"/>
            <a:ext cx="2323996" cy="2324003"/>
          </a:xfrm>
          <a:custGeom>
            <a:rect b="b" l="l" r="r" t="t"/>
            <a:pathLst>
              <a:path extrusionOk="0" h="1291113" w="1291109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9" name="Google Shape;339;p12"/>
          <p:cNvGrpSpPr/>
          <p:nvPr/>
        </p:nvGrpSpPr>
        <p:grpSpPr>
          <a:xfrm>
            <a:off x="7649791" y="1972199"/>
            <a:ext cx="3443231" cy="3443211"/>
            <a:chOff x="4616075" y="1332525"/>
            <a:chExt cx="1915566" cy="1881022"/>
          </a:xfrm>
        </p:grpSpPr>
        <p:sp>
          <p:nvSpPr>
            <p:cNvPr id="340" name="Google Shape;340;p12"/>
            <p:cNvSpPr/>
            <p:nvPr/>
          </p:nvSpPr>
          <p:spPr>
            <a:xfrm>
              <a:off x="4616077" y="1332525"/>
              <a:ext cx="1912253" cy="4048"/>
            </a:xfrm>
            <a:custGeom>
              <a:rect b="b" l="l" r="r" t="t"/>
              <a:pathLst>
                <a:path extrusionOk="0" h="4048" w="1912253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12"/>
            <p:cNvSpPr/>
            <p:nvPr/>
          </p:nvSpPr>
          <p:spPr>
            <a:xfrm>
              <a:off x="4616077" y="1645356"/>
              <a:ext cx="1912253" cy="4048"/>
            </a:xfrm>
            <a:custGeom>
              <a:rect b="b" l="l" r="r" t="t"/>
              <a:pathLst>
                <a:path extrusionOk="0" h="4048" w="1912253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12"/>
            <p:cNvSpPr/>
            <p:nvPr/>
          </p:nvSpPr>
          <p:spPr>
            <a:xfrm>
              <a:off x="4616077" y="1958183"/>
              <a:ext cx="1912253" cy="4048"/>
            </a:xfrm>
            <a:custGeom>
              <a:rect b="b" l="l" r="r" t="t"/>
              <a:pathLst>
                <a:path extrusionOk="0" h="4048" w="1912253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12"/>
            <p:cNvSpPr/>
            <p:nvPr/>
          </p:nvSpPr>
          <p:spPr>
            <a:xfrm>
              <a:off x="4616077" y="2271014"/>
              <a:ext cx="1912253" cy="4048"/>
            </a:xfrm>
            <a:custGeom>
              <a:rect b="b" l="l" r="r" t="t"/>
              <a:pathLst>
                <a:path extrusionOk="0" h="4048" w="1912253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12"/>
            <p:cNvSpPr/>
            <p:nvPr/>
          </p:nvSpPr>
          <p:spPr>
            <a:xfrm>
              <a:off x="4616077" y="2583841"/>
              <a:ext cx="1912253" cy="4048"/>
            </a:xfrm>
            <a:custGeom>
              <a:rect b="b" l="l" r="r" t="t"/>
              <a:pathLst>
                <a:path extrusionOk="0" h="4048" w="1912253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12"/>
            <p:cNvSpPr/>
            <p:nvPr/>
          </p:nvSpPr>
          <p:spPr>
            <a:xfrm>
              <a:off x="4616077" y="2896672"/>
              <a:ext cx="1912253" cy="4048"/>
            </a:xfrm>
            <a:custGeom>
              <a:rect b="b" l="l" r="r" t="t"/>
              <a:pathLst>
                <a:path extrusionOk="0" h="4048" w="1912253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12"/>
            <p:cNvSpPr/>
            <p:nvPr/>
          </p:nvSpPr>
          <p:spPr>
            <a:xfrm>
              <a:off x="4616077" y="3209499"/>
              <a:ext cx="1912253" cy="4048"/>
            </a:xfrm>
            <a:custGeom>
              <a:rect b="b" l="l" r="r" t="t"/>
              <a:pathLst>
                <a:path extrusionOk="0" h="4048" w="1912253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12"/>
            <p:cNvSpPr/>
            <p:nvPr/>
          </p:nvSpPr>
          <p:spPr>
            <a:xfrm>
              <a:off x="4616075" y="1332525"/>
              <a:ext cx="4048" cy="1876973"/>
            </a:xfrm>
            <a:custGeom>
              <a:rect b="b" l="l" r="r" t="t"/>
              <a:pathLst>
                <a:path extrusionOk="0" h="1876973" w="4048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12"/>
            <p:cNvSpPr/>
            <p:nvPr/>
          </p:nvSpPr>
          <p:spPr>
            <a:xfrm>
              <a:off x="4941627" y="1332525"/>
              <a:ext cx="4048" cy="1876973"/>
            </a:xfrm>
            <a:custGeom>
              <a:rect b="b" l="l" r="r" t="t"/>
              <a:pathLst>
                <a:path extrusionOk="0" h="1876973" w="4048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12"/>
            <p:cNvSpPr/>
            <p:nvPr/>
          </p:nvSpPr>
          <p:spPr>
            <a:xfrm>
              <a:off x="5256733" y="1332525"/>
              <a:ext cx="4048" cy="1876973"/>
            </a:xfrm>
            <a:custGeom>
              <a:rect b="b" l="l" r="r" t="t"/>
              <a:pathLst>
                <a:path extrusionOk="0" h="1876973" w="4048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12"/>
            <p:cNvSpPr/>
            <p:nvPr/>
          </p:nvSpPr>
          <p:spPr>
            <a:xfrm>
              <a:off x="5571839" y="1332525"/>
              <a:ext cx="4048" cy="1876973"/>
            </a:xfrm>
            <a:custGeom>
              <a:rect b="b" l="l" r="r" t="t"/>
              <a:pathLst>
                <a:path extrusionOk="0" h="1876973" w="4048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12"/>
            <p:cNvSpPr/>
            <p:nvPr/>
          </p:nvSpPr>
          <p:spPr>
            <a:xfrm>
              <a:off x="5886945" y="1332525"/>
              <a:ext cx="4048" cy="1876973"/>
            </a:xfrm>
            <a:custGeom>
              <a:rect b="b" l="l" r="r" t="t"/>
              <a:pathLst>
                <a:path extrusionOk="0" h="1876973" w="4048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12"/>
            <p:cNvSpPr/>
            <p:nvPr/>
          </p:nvSpPr>
          <p:spPr>
            <a:xfrm>
              <a:off x="6202051" y="1332525"/>
              <a:ext cx="4048" cy="1876973"/>
            </a:xfrm>
            <a:custGeom>
              <a:rect b="b" l="l" r="r" t="t"/>
              <a:pathLst>
                <a:path extrusionOk="0" h="1876973" w="4048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12"/>
            <p:cNvSpPr/>
            <p:nvPr/>
          </p:nvSpPr>
          <p:spPr>
            <a:xfrm>
              <a:off x="6527594" y="1332525"/>
              <a:ext cx="4048" cy="1876973"/>
            </a:xfrm>
            <a:custGeom>
              <a:rect b="b" l="l" r="r" t="t"/>
              <a:pathLst>
                <a:path extrusionOk="0" h="1876973" w="4048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4" name="Google Shape;354;p12"/>
          <p:cNvGrpSpPr/>
          <p:nvPr/>
        </p:nvGrpSpPr>
        <p:grpSpPr>
          <a:xfrm>
            <a:off x="7366492" y="1342819"/>
            <a:ext cx="1181708" cy="861613"/>
            <a:chOff x="4468725" y="937901"/>
            <a:chExt cx="656322" cy="478541"/>
          </a:xfrm>
        </p:grpSpPr>
        <p:sp>
          <p:nvSpPr>
            <p:cNvPr id="355" name="Google Shape;355;p12"/>
            <p:cNvSpPr/>
            <p:nvPr/>
          </p:nvSpPr>
          <p:spPr>
            <a:xfrm>
              <a:off x="4469534" y="937901"/>
              <a:ext cx="655513" cy="397461"/>
            </a:xfrm>
            <a:custGeom>
              <a:rect b="b" l="l" r="r" t="t"/>
              <a:pathLst>
                <a:path extrusionOk="0" h="397461" w="655513">
                  <a:moveTo>
                    <a:pt x="446589" y="397461"/>
                  </a:moveTo>
                  <a:lnTo>
                    <a:pt x="59831" y="253036"/>
                  </a:lnTo>
                  <a:lnTo>
                    <a:pt x="0" y="152311"/>
                  </a:lnTo>
                  <a:lnTo>
                    <a:pt x="261347" y="0"/>
                  </a:lnTo>
                  <a:lnTo>
                    <a:pt x="655513" y="159184"/>
                  </a:lnTo>
                  <a:lnTo>
                    <a:pt x="446589" y="39746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12"/>
            <p:cNvSpPr/>
            <p:nvPr/>
          </p:nvSpPr>
          <p:spPr>
            <a:xfrm>
              <a:off x="4468725" y="1087913"/>
              <a:ext cx="468570" cy="328529"/>
            </a:xfrm>
            <a:custGeom>
              <a:rect b="b" l="l" r="r" t="t"/>
              <a:pathLst>
                <a:path extrusionOk="0" h="328529" w="468570">
                  <a:moveTo>
                    <a:pt x="69587" y="164066"/>
                  </a:moveTo>
                  <a:lnTo>
                    <a:pt x="0" y="0"/>
                  </a:lnTo>
                  <a:lnTo>
                    <a:pt x="468570" y="201929"/>
                  </a:lnTo>
                  <a:lnTo>
                    <a:pt x="427927" y="328530"/>
                  </a:lnTo>
                  <a:lnTo>
                    <a:pt x="69587" y="16406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12"/>
            <p:cNvSpPr/>
            <p:nvPr/>
          </p:nvSpPr>
          <p:spPr>
            <a:xfrm>
              <a:off x="4859530" y="1097086"/>
              <a:ext cx="265516" cy="319356"/>
            </a:xfrm>
            <a:custGeom>
              <a:rect b="b" l="l" r="r" t="t"/>
              <a:pathLst>
                <a:path extrusionOk="0" h="319356" w="265516">
                  <a:moveTo>
                    <a:pt x="0" y="158537"/>
                  </a:moveTo>
                  <a:lnTo>
                    <a:pt x="265517" y="0"/>
                  </a:lnTo>
                  <a:lnTo>
                    <a:pt x="253777" y="267958"/>
                  </a:lnTo>
                  <a:lnTo>
                    <a:pt x="37121" y="319357"/>
                  </a:lnTo>
                  <a:lnTo>
                    <a:pt x="0" y="15853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8" name="Google Shape;358;p12"/>
          <p:cNvGrpSpPr/>
          <p:nvPr/>
        </p:nvGrpSpPr>
        <p:grpSpPr>
          <a:xfrm>
            <a:off x="11307604" y="4161927"/>
            <a:ext cx="944683" cy="1158035"/>
            <a:chOff x="6197557" y="3002680"/>
            <a:chExt cx="524678" cy="643174"/>
          </a:xfrm>
        </p:grpSpPr>
        <p:sp>
          <p:nvSpPr>
            <p:cNvPr id="359" name="Google Shape;359;p12"/>
            <p:cNvSpPr/>
            <p:nvPr/>
          </p:nvSpPr>
          <p:spPr>
            <a:xfrm>
              <a:off x="6248807" y="3002680"/>
              <a:ext cx="473428" cy="502222"/>
            </a:xfrm>
            <a:custGeom>
              <a:rect b="b" l="l" r="r" t="t"/>
              <a:pathLst>
                <a:path extrusionOk="0" h="502222" w="473428">
                  <a:moveTo>
                    <a:pt x="0" y="0"/>
                  </a:moveTo>
                  <a:lnTo>
                    <a:pt x="105089" y="324348"/>
                  </a:lnTo>
                  <a:lnTo>
                    <a:pt x="335549" y="502223"/>
                  </a:lnTo>
                  <a:lnTo>
                    <a:pt x="473428" y="454204"/>
                  </a:lnTo>
                  <a:lnTo>
                    <a:pt x="253696" y="1195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12"/>
            <p:cNvSpPr/>
            <p:nvPr/>
          </p:nvSpPr>
          <p:spPr>
            <a:xfrm>
              <a:off x="6197557" y="3002680"/>
              <a:ext cx="156338" cy="531243"/>
            </a:xfrm>
            <a:custGeom>
              <a:rect b="b" l="l" r="r" t="t"/>
              <a:pathLst>
                <a:path extrusionOk="0" h="531243" w="156338">
                  <a:moveTo>
                    <a:pt x="0" y="230658"/>
                  </a:moveTo>
                  <a:lnTo>
                    <a:pt x="51249" y="0"/>
                  </a:lnTo>
                  <a:lnTo>
                    <a:pt x="156339" y="324348"/>
                  </a:lnTo>
                  <a:lnTo>
                    <a:pt x="133467" y="531244"/>
                  </a:lnTo>
                  <a:lnTo>
                    <a:pt x="0" y="2306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12"/>
            <p:cNvSpPr/>
            <p:nvPr/>
          </p:nvSpPr>
          <p:spPr>
            <a:xfrm>
              <a:off x="6312322" y="3195379"/>
              <a:ext cx="409913" cy="450475"/>
            </a:xfrm>
            <a:custGeom>
              <a:rect b="b" l="l" r="r" t="t"/>
              <a:pathLst>
                <a:path extrusionOk="0" h="450475" w="409913">
                  <a:moveTo>
                    <a:pt x="18702" y="338545"/>
                  </a:moveTo>
                  <a:lnTo>
                    <a:pt x="0" y="0"/>
                  </a:lnTo>
                  <a:lnTo>
                    <a:pt x="409913" y="261505"/>
                  </a:lnTo>
                  <a:lnTo>
                    <a:pt x="215968" y="450475"/>
                  </a:lnTo>
                  <a:lnTo>
                    <a:pt x="18702" y="3385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2" name="Google Shape;362;p12"/>
          <p:cNvGrpSpPr/>
          <p:nvPr/>
        </p:nvGrpSpPr>
        <p:grpSpPr>
          <a:xfrm>
            <a:off x="10410953" y="-55071"/>
            <a:ext cx="2448183" cy="1397903"/>
            <a:chOff x="6220591" y="624724"/>
            <a:chExt cx="1359724" cy="776397"/>
          </a:xfrm>
        </p:grpSpPr>
        <p:sp>
          <p:nvSpPr>
            <p:cNvPr id="363" name="Google Shape;363;p12"/>
            <p:cNvSpPr/>
            <p:nvPr/>
          </p:nvSpPr>
          <p:spPr>
            <a:xfrm>
              <a:off x="6220591" y="624724"/>
              <a:ext cx="1359724" cy="686349"/>
            </a:xfrm>
            <a:custGeom>
              <a:rect b="b" l="l" r="r" t="t"/>
              <a:pathLst>
                <a:path extrusionOk="0" h="686349" w="1359724">
                  <a:moveTo>
                    <a:pt x="1359725" y="454951"/>
                  </a:moveTo>
                  <a:lnTo>
                    <a:pt x="1295562" y="102363"/>
                  </a:lnTo>
                  <a:lnTo>
                    <a:pt x="1295076" y="102448"/>
                  </a:lnTo>
                  <a:cubicBezTo>
                    <a:pt x="1295602" y="97716"/>
                    <a:pt x="1296088" y="92988"/>
                    <a:pt x="1295238" y="88413"/>
                  </a:cubicBezTo>
                  <a:cubicBezTo>
                    <a:pt x="1277750" y="-5669"/>
                    <a:pt x="973979" y="-28258"/>
                    <a:pt x="616732" y="38051"/>
                  </a:cubicBezTo>
                  <a:cubicBezTo>
                    <a:pt x="259485" y="104355"/>
                    <a:pt x="-15990" y="234502"/>
                    <a:pt x="1457" y="328585"/>
                  </a:cubicBezTo>
                  <a:cubicBezTo>
                    <a:pt x="1619" y="329398"/>
                    <a:pt x="2186" y="330091"/>
                    <a:pt x="2388" y="330892"/>
                  </a:cubicBezTo>
                  <a:lnTo>
                    <a:pt x="0" y="331329"/>
                  </a:lnTo>
                  <a:lnTo>
                    <a:pt x="62584" y="686350"/>
                  </a:lnTo>
                  <a:lnTo>
                    <a:pt x="1359725" y="45495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12"/>
            <p:cNvSpPr/>
            <p:nvPr/>
          </p:nvSpPr>
          <p:spPr>
            <a:xfrm>
              <a:off x="6284859" y="984273"/>
              <a:ext cx="1295270" cy="416848"/>
            </a:xfrm>
            <a:custGeom>
              <a:rect b="b" l="l" r="r" t="t"/>
              <a:pathLst>
                <a:path extrusionOk="0" h="416848" w="1295270">
                  <a:moveTo>
                    <a:pt x="1294485" y="88366"/>
                  </a:moveTo>
                  <a:cubicBezTo>
                    <a:pt x="1311933" y="182448"/>
                    <a:pt x="1036498" y="312470"/>
                    <a:pt x="679251" y="378774"/>
                  </a:cubicBezTo>
                  <a:cubicBezTo>
                    <a:pt x="322004" y="445083"/>
                    <a:pt x="18273" y="422563"/>
                    <a:pt x="785" y="328480"/>
                  </a:cubicBezTo>
                  <a:cubicBezTo>
                    <a:pt x="-16662" y="234398"/>
                    <a:pt x="258772" y="104380"/>
                    <a:pt x="616019" y="38072"/>
                  </a:cubicBezTo>
                  <a:cubicBezTo>
                    <a:pt x="973266" y="-28232"/>
                    <a:pt x="1276997" y="-5717"/>
                    <a:pt x="1294485" y="8836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12"/>
            <p:cNvSpPr/>
            <p:nvPr/>
          </p:nvSpPr>
          <p:spPr>
            <a:xfrm>
              <a:off x="6642623" y="1101719"/>
              <a:ext cx="579706" cy="181954"/>
            </a:xfrm>
            <a:custGeom>
              <a:rect b="b" l="l" r="r" t="t"/>
              <a:pathLst>
                <a:path extrusionOk="0" h="181954" w="579706">
                  <a:moveTo>
                    <a:pt x="579394" y="39803"/>
                  </a:moveTo>
                  <a:cubicBezTo>
                    <a:pt x="586761" y="81341"/>
                    <a:pt x="463051" y="137921"/>
                    <a:pt x="303150" y="166185"/>
                  </a:cubicBezTo>
                  <a:cubicBezTo>
                    <a:pt x="143249" y="194449"/>
                    <a:pt x="7677" y="183689"/>
                    <a:pt x="309" y="142152"/>
                  </a:cubicBezTo>
                  <a:cubicBezTo>
                    <a:pt x="-7017" y="100618"/>
                    <a:pt x="116653" y="44033"/>
                    <a:pt x="276594" y="15769"/>
                  </a:cubicBezTo>
                  <a:cubicBezTo>
                    <a:pt x="436495" y="-12495"/>
                    <a:pt x="572067" y="-1735"/>
                    <a:pt x="579394" y="3980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6" name="Google Shape;366;p12"/>
          <p:cNvSpPr/>
          <p:nvPr/>
        </p:nvSpPr>
        <p:spPr>
          <a:xfrm>
            <a:off x="9993199" y="56121"/>
            <a:ext cx="805025" cy="805025"/>
          </a:xfrm>
          <a:custGeom>
            <a:rect b="b" l="l" r="r" t="t"/>
            <a:pathLst>
              <a:path extrusionOk="0" h="447236" w="447236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2"/>
          <p:cNvSpPr/>
          <p:nvPr/>
        </p:nvSpPr>
        <p:spPr>
          <a:xfrm>
            <a:off x="9951335" y="5808861"/>
            <a:ext cx="607123" cy="607123"/>
          </a:xfrm>
          <a:custGeom>
            <a:rect b="b" l="l" r="r" t="t"/>
            <a:pathLst>
              <a:path extrusionOk="0" h="447236" w="447236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2"/>
          <p:cNvSpPr txBox="1"/>
          <p:nvPr>
            <p:ph type="title"/>
          </p:nvPr>
        </p:nvSpPr>
        <p:spPr>
          <a:xfrm>
            <a:off x="1128763" y="1685375"/>
            <a:ext cx="58281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69" name="Google Shape;369;p12"/>
          <p:cNvSpPr txBox="1"/>
          <p:nvPr>
            <p:ph idx="1" type="body"/>
          </p:nvPr>
        </p:nvSpPr>
        <p:spPr>
          <a:xfrm>
            <a:off x="1128763" y="2819125"/>
            <a:ext cx="5828100" cy="235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87350" lvl="1" marL="914400">
              <a:spcBef>
                <a:spcPts val="0"/>
              </a:spcBef>
              <a:spcAft>
                <a:spcPts val="0"/>
              </a:spcAft>
              <a:buSzPts val="2500"/>
              <a:buChar char="○"/>
              <a:defRPr sz="2500"/>
            </a:lvl2pPr>
            <a:lvl3pPr indent="-387350" lvl="2" marL="1371600">
              <a:spcBef>
                <a:spcPts val="0"/>
              </a:spcBef>
              <a:spcAft>
                <a:spcPts val="0"/>
              </a:spcAft>
              <a:buSzPts val="2500"/>
              <a:buChar char="■"/>
              <a:defRPr sz="2500"/>
            </a:lvl3pPr>
            <a:lvl4pPr indent="-387350" lvl="3" marL="1828800">
              <a:spcBef>
                <a:spcPts val="0"/>
              </a:spcBef>
              <a:spcAft>
                <a:spcPts val="0"/>
              </a:spcAft>
              <a:buSzPts val="2500"/>
              <a:buChar char="●"/>
              <a:defRPr sz="2500"/>
            </a:lvl4pPr>
            <a:lvl5pPr indent="-387350" lvl="4" marL="2286000">
              <a:spcBef>
                <a:spcPts val="0"/>
              </a:spcBef>
              <a:spcAft>
                <a:spcPts val="0"/>
              </a:spcAft>
              <a:buSzPts val="2500"/>
              <a:buChar char="○"/>
              <a:defRPr sz="2500"/>
            </a:lvl5pPr>
            <a:lvl6pPr indent="-387350" lvl="5" marL="2743200">
              <a:spcBef>
                <a:spcPts val="0"/>
              </a:spcBef>
              <a:spcAft>
                <a:spcPts val="0"/>
              </a:spcAft>
              <a:buSzPts val="2500"/>
              <a:buChar char="■"/>
              <a:defRPr sz="2500"/>
            </a:lvl6pPr>
            <a:lvl7pPr indent="-387350" lvl="6" marL="3200400">
              <a:spcBef>
                <a:spcPts val="0"/>
              </a:spcBef>
              <a:spcAft>
                <a:spcPts val="0"/>
              </a:spcAft>
              <a:buSzPts val="2500"/>
              <a:buChar char="●"/>
              <a:defRPr sz="2500"/>
            </a:lvl7pPr>
            <a:lvl8pPr indent="-387350" lvl="7" marL="3657600">
              <a:spcBef>
                <a:spcPts val="0"/>
              </a:spcBef>
              <a:spcAft>
                <a:spcPts val="0"/>
              </a:spcAft>
              <a:buSzPts val="2500"/>
              <a:buChar char="○"/>
              <a:defRPr sz="2500"/>
            </a:lvl8pPr>
            <a:lvl9pPr indent="-387350" lvl="8" marL="4114800">
              <a:spcBef>
                <a:spcPts val="0"/>
              </a:spcBef>
              <a:spcAft>
                <a:spcPts val="0"/>
              </a:spcAft>
              <a:buSzPts val="2500"/>
              <a:buChar char="■"/>
              <a:defRPr sz="2500"/>
            </a:lvl9pPr>
          </a:lstStyle>
          <a:p/>
        </p:txBody>
      </p:sp>
      <p:sp>
        <p:nvSpPr>
          <p:cNvPr id="370" name="Google Shape;370;p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1" name="Google Shape;371;p12"/>
          <p:cNvSpPr/>
          <p:nvPr>
            <p:ph idx="2" type="pic"/>
          </p:nvPr>
        </p:nvSpPr>
        <p:spPr>
          <a:xfrm>
            <a:off x="7551600" y="1874000"/>
            <a:ext cx="3639600" cy="3639600"/>
          </a:xfrm>
          <a:prstGeom prst="rect">
            <a:avLst/>
          </a:prstGeom>
          <a:noFill/>
          <a:ln>
            <a:noFill/>
          </a:ln>
        </p:spPr>
      </p:sp>
      <p:sp>
        <p:nvSpPr>
          <p:cNvPr id="372" name="Google Shape;372;p12"/>
          <p:cNvSpPr/>
          <p:nvPr/>
        </p:nvSpPr>
        <p:spPr>
          <a:xfrm>
            <a:off x="-777152" y="5319949"/>
            <a:ext cx="2072230" cy="2072236"/>
          </a:xfrm>
          <a:custGeom>
            <a:rect b="b" l="l" r="r" t="t"/>
            <a:pathLst>
              <a:path extrusionOk="0" h="1291113" w="1291109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2"/>
          <p:cNvSpPr/>
          <p:nvPr/>
        </p:nvSpPr>
        <p:spPr>
          <a:xfrm>
            <a:off x="323750" y="241352"/>
            <a:ext cx="607123" cy="607123"/>
          </a:xfrm>
          <a:custGeom>
            <a:rect b="b" l="l" r="r" t="t"/>
            <a:pathLst>
              <a:path extrusionOk="0" h="447236" w="447236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2"/>
          <p:cNvSpPr/>
          <p:nvPr/>
        </p:nvSpPr>
        <p:spPr>
          <a:xfrm>
            <a:off x="1128774" y="-452200"/>
            <a:ext cx="1181365" cy="1181368"/>
          </a:xfrm>
          <a:custGeom>
            <a:rect b="b" l="l" r="r" t="t"/>
            <a:pathLst>
              <a:path extrusionOk="0" h="1291113" w="1291109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5" name="Google Shape;375;p12"/>
          <p:cNvGrpSpPr/>
          <p:nvPr/>
        </p:nvGrpSpPr>
        <p:grpSpPr>
          <a:xfrm>
            <a:off x="7383002" y="4540325"/>
            <a:ext cx="2181048" cy="1818514"/>
            <a:chOff x="3790450" y="2922745"/>
            <a:chExt cx="1228275" cy="1024111"/>
          </a:xfrm>
        </p:grpSpPr>
        <p:sp>
          <p:nvSpPr>
            <p:cNvPr id="376" name="Google Shape;376;p12"/>
            <p:cNvSpPr/>
            <p:nvPr/>
          </p:nvSpPr>
          <p:spPr>
            <a:xfrm>
              <a:off x="3790450" y="2942602"/>
              <a:ext cx="1220561" cy="1004254"/>
            </a:xfrm>
            <a:custGeom>
              <a:rect b="b" l="l" r="r" t="t"/>
              <a:pathLst>
                <a:path extrusionOk="0" h="1004254" w="1220561">
                  <a:moveTo>
                    <a:pt x="207279" y="0"/>
                  </a:moveTo>
                  <a:lnTo>
                    <a:pt x="17224" y="276831"/>
                  </a:lnTo>
                  <a:lnTo>
                    <a:pt x="17600" y="277090"/>
                  </a:lnTo>
                  <a:cubicBezTo>
                    <a:pt x="14139" y="279899"/>
                    <a:pt x="10694" y="282725"/>
                    <a:pt x="8241" y="286328"/>
                  </a:cubicBezTo>
                  <a:cubicBezTo>
                    <a:pt x="-42239" y="360421"/>
                    <a:pt x="144416" y="575627"/>
                    <a:pt x="425186" y="766921"/>
                  </a:cubicBezTo>
                  <a:cubicBezTo>
                    <a:pt x="705963" y="958211"/>
                    <a:pt x="974597" y="1053168"/>
                    <a:pt x="1025077" y="979071"/>
                  </a:cubicBezTo>
                  <a:cubicBezTo>
                    <a:pt x="1025523" y="978432"/>
                    <a:pt x="1025603" y="977590"/>
                    <a:pt x="1026008" y="976934"/>
                  </a:cubicBezTo>
                  <a:lnTo>
                    <a:pt x="1027870" y="978221"/>
                  </a:lnTo>
                  <a:lnTo>
                    <a:pt x="1220561" y="700799"/>
                  </a:lnTo>
                  <a:lnTo>
                    <a:pt x="20727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12"/>
            <p:cNvSpPr/>
            <p:nvPr/>
          </p:nvSpPr>
          <p:spPr>
            <a:xfrm>
              <a:off x="3985489" y="2922745"/>
              <a:ext cx="1033236" cy="743083"/>
            </a:xfrm>
            <a:custGeom>
              <a:rect b="b" l="l" r="r" t="t"/>
              <a:pathLst>
                <a:path extrusionOk="0" h="743083" w="1033236">
                  <a:moveTo>
                    <a:pt x="8241" y="25176"/>
                  </a:moveTo>
                  <a:cubicBezTo>
                    <a:pt x="58721" y="-48921"/>
                    <a:pt x="327261" y="46085"/>
                    <a:pt x="608039" y="237379"/>
                  </a:cubicBezTo>
                  <a:cubicBezTo>
                    <a:pt x="888817" y="428669"/>
                    <a:pt x="1075476" y="643811"/>
                    <a:pt x="1024996" y="717908"/>
                  </a:cubicBezTo>
                  <a:cubicBezTo>
                    <a:pt x="974516" y="792005"/>
                    <a:pt x="706004" y="696995"/>
                    <a:pt x="425226" y="505705"/>
                  </a:cubicBezTo>
                  <a:cubicBezTo>
                    <a:pt x="144448" y="314411"/>
                    <a:pt x="-42243" y="99273"/>
                    <a:pt x="8241" y="2517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12"/>
            <p:cNvSpPr/>
            <p:nvPr/>
          </p:nvSpPr>
          <p:spPr>
            <a:xfrm>
              <a:off x="4272537" y="3126827"/>
              <a:ext cx="459128" cy="334918"/>
            </a:xfrm>
            <a:custGeom>
              <a:rect b="b" l="l" r="r" t="t"/>
              <a:pathLst>
                <a:path extrusionOk="0" h="334918" w="459128">
                  <a:moveTo>
                    <a:pt x="3699" y="10708"/>
                  </a:moveTo>
                  <a:cubicBezTo>
                    <a:pt x="26247" y="-21762"/>
                    <a:pt x="145626" y="22096"/>
                    <a:pt x="270389" y="108669"/>
                  </a:cubicBezTo>
                  <a:cubicBezTo>
                    <a:pt x="395112" y="195242"/>
                    <a:pt x="477977" y="291741"/>
                    <a:pt x="455429" y="324211"/>
                  </a:cubicBezTo>
                  <a:cubicBezTo>
                    <a:pt x="432922" y="356681"/>
                    <a:pt x="313543" y="312820"/>
                    <a:pt x="188779" y="226251"/>
                  </a:cubicBezTo>
                  <a:cubicBezTo>
                    <a:pt x="64016" y="139677"/>
                    <a:pt x="-18849" y="43174"/>
                    <a:pt x="3699" y="107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9" name="Google Shape;379;p12"/>
          <p:cNvSpPr/>
          <p:nvPr/>
        </p:nvSpPr>
        <p:spPr>
          <a:xfrm rot="5400000">
            <a:off x="-462658" y="6119355"/>
            <a:ext cx="1131345" cy="114589"/>
          </a:xfrm>
          <a:custGeom>
            <a:rect b="b" l="l" r="r" t="t"/>
            <a:pathLst>
              <a:path extrusionOk="0" h="87640" w="919793">
                <a:moveTo>
                  <a:pt x="657321" y="73442"/>
                </a:moveTo>
                <a:cubicBezTo>
                  <a:pt x="659149" y="73404"/>
                  <a:pt x="660912" y="74128"/>
                  <a:pt x="662179" y="75442"/>
                </a:cubicBezTo>
                <a:cubicBezTo>
                  <a:pt x="663493" y="76709"/>
                  <a:pt x="664217" y="78471"/>
                  <a:pt x="664179" y="80300"/>
                </a:cubicBezTo>
                <a:cubicBezTo>
                  <a:pt x="664198" y="82148"/>
                  <a:pt x="663474" y="83939"/>
                  <a:pt x="662179" y="85253"/>
                </a:cubicBezTo>
                <a:cubicBezTo>
                  <a:pt x="660912" y="86568"/>
                  <a:pt x="659149" y="87291"/>
                  <a:pt x="657321" y="87253"/>
                </a:cubicBezTo>
                <a:cubicBezTo>
                  <a:pt x="655492" y="87291"/>
                  <a:pt x="653730" y="86568"/>
                  <a:pt x="652463" y="85253"/>
                </a:cubicBezTo>
                <a:cubicBezTo>
                  <a:pt x="651168" y="83939"/>
                  <a:pt x="650444" y="82148"/>
                  <a:pt x="650463" y="80300"/>
                </a:cubicBezTo>
                <a:cubicBezTo>
                  <a:pt x="650425" y="78471"/>
                  <a:pt x="651149" y="76709"/>
                  <a:pt x="652463" y="75442"/>
                </a:cubicBezTo>
                <a:cubicBezTo>
                  <a:pt x="653730" y="74128"/>
                  <a:pt x="655492" y="73404"/>
                  <a:pt x="657321" y="73442"/>
                </a:cubicBezTo>
                <a:close/>
                <a:moveTo>
                  <a:pt x="783051" y="31056"/>
                </a:moveTo>
                <a:cubicBezTo>
                  <a:pt x="776688" y="30989"/>
                  <a:pt x="770602" y="33618"/>
                  <a:pt x="766287" y="38295"/>
                </a:cubicBezTo>
                <a:cubicBezTo>
                  <a:pt x="761677" y="42876"/>
                  <a:pt x="759134" y="49134"/>
                  <a:pt x="759238" y="55630"/>
                </a:cubicBezTo>
                <a:cubicBezTo>
                  <a:pt x="759229" y="59935"/>
                  <a:pt x="760343" y="64174"/>
                  <a:pt x="762477" y="67917"/>
                </a:cubicBezTo>
                <a:cubicBezTo>
                  <a:pt x="764468" y="71632"/>
                  <a:pt x="767468" y="74709"/>
                  <a:pt x="771144" y="76776"/>
                </a:cubicBezTo>
                <a:cubicBezTo>
                  <a:pt x="774783" y="78804"/>
                  <a:pt x="778888" y="79852"/>
                  <a:pt x="783051" y="79824"/>
                </a:cubicBezTo>
                <a:cubicBezTo>
                  <a:pt x="787213" y="79843"/>
                  <a:pt x="791319" y="78795"/>
                  <a:pt x="794957" y="76776"/>
                </a:cubicBezTo>
                <a:cubicBezTo>
                  <a:pt x="798586" y="74652"/>
                  <a:pt x="801587" y="71594"/>
                  <a:pt x="803625" y="67917"/>
                </a:cubicBezTo>
                <a:cubicBezTo>
                  <a:pt x="805730" y="64165"/>
                  <a:pt x="806816" y="59926"/>
                  <a:pt x="806768" y="55630"/>
                </a:cubicBezTo>
                <a:cubicBezTo>
                  <a:pt x="806873" y="49134"/>
                  <a:pt x="804330" y="42876"/>
                  <a:pt x="799719" y="38295"/>
                </a:cubicBezTo>
                <a:cubicBezTo>
                  <a:pt x="795452" y="33608"/>
                  <a:pt x="789385" y="30979"/>
                  <a:pt x="783051" y="31056"/>
                </a:cubicBezTo>
                <a:close/>
                <a:moveTo>
                  <a:pt x="124778" y="30960"/>
                </a:moveTo>
                <a:cubicBezTo>
                  <a:pt x="120558" y="30922"/>
                  <a:pt x="116405" y="32046"/>
                  <a:pt x="112776" y="34198"/>
                </a:cubicBezTo>
                <a:cubicBezTo>
                  <a:pt x="109090" y="36332"/>
                  <a:pt x="106061" y="39428"/>
                  <a:pt x="104013" y="43152"/>
                </a:cubicBezTo>
                <a:cubicBezTo>
                  <a:pt x="101851" y="46886"/>
                  <a:pt x="100708" y="51124"/>
                  <a:pt x="100680" y="55439"/>
                </a:cubicBezTo>
                <a:cubicBezTo>
                  <a:pt x="100708" y="59754"/>
                  <a:pt x="101851" y="63993"/>
                  <a:pt x="104013" y="67726"/>
                </a:cubicBezTo>
                <a:cubicBezTo>
                  <a:pt x="106099" y="71489"/>
                  <a:pt x="109157" y="74613"/>
                  <a:pt x="112872" y="76775"/>
                </a:cubicBezTo>
                <a:cubicBezTo>
                  <a:pt x="116462" y="78956"/>
                  <a:pt x="120577" y="80109"/>
                  <a:pt x="124778" y="80109"/>
                </a:cubicBezTo>
                <a:cubicBezTo>
                  <a:pt x="129017" y="80080"/>
                  <a:pt x="133188" y="78966"/>
                  <a:pt x="136875" y="76870"/>
                </a:cubicBezTo>
                <a:cubicBezTo>
                  <a:pt x="140580" y="74822"/>
                  <a:pt x="143638" y="71784"/>
                  <a:pt x="145733" y="68107"/>
                </a:cubicBezTo>
                <a:cubicBezTo>
                  <a:pt x="147857" y="64297"/>
                  <a:pt x="148943" y="59992"/>
                  <a:pt x="148876" y="55630"/>
                </a:cubicBezTo>
                <a:cubicBezTo>
                  <a:pt x="149019" y="49057"/>
                  <a:pt x="146514" y="42714"/>
                  <a:pt x="141923" y="38008"/>
                </a:cubicBezTo>
                <a:cubicBezTo>
                  <a:pt x="137513" y="33484"/>
                  <a:pt x="131474" y="30950"/>
                  <a:pt x="125159" y="30960"/>
                </a:cubicBezTo>
                <a:close/>
                <a:moveTo>
                  <a:pt x="202407" y="30865"/>
                </a:moveTo>
                <a:cubicBezTo>
                  <a:pt x="196739" y="30751"/>
                  <a:pt x="191243" y="32836"/>
                  <a:pt x="187072" y="36675"/>
                </a:cubicBezTo>
                <a:cubicBezTo>
                  <a:pt x="183538" y="40104"/>
                  <a:pt x="181061" y="44467"/>
                  <a:pt x="179928" y="49248"/>
                </a:cubicBezTo>
                <a:lnTo>
                  <a:pt x="225267" y="49248"/>
                </a:lnTo>
                <a:cubicBezTo>
                  <a:pt x="224486" y="45619"/>
                  <a:pt x="222923" y="42209"/>
                  <a:pt x="220695" y="39247"/>
                </a:cubicBezTo>
                <a:cubicBezTo>
                  <a:pt x="218580" y="36618"/>
                  <a:pt x="215875" y="34522"/>
                  <a:pt x="212789" y="33151"/>
                </a:cubicBezTo>
                <a:cubicBezTo>
                  <a:pt x="209541" y="31636"/>
                  <a:pt x="205988" y="30865"/>
                  <a:pt x="202407" y="30865"/>
                </a:cubicBezTo>
                <a:close/>
                <a:moveTo>
                  <a:pt x="599885" y="30675"/>
                </a:moveTo>
                <a:cubicBezTo>
                  <a:pt x="595665" y="30637"/>
                  <a:pt x="591512" y="31761"/>
                  <a:pt x="587883" y="33914"/>
                </a:cubicBezTo>
                <a:cubicBezTo>
                  <a:pt x="584197" y="36047"/>
                  <a:pt x="581168" y="39143"/>
                  <a:pt x="579120" y="42867"/>
                </a:cubicBezTo>
                <a:cubicBezTo>
                  <a:pt x="576958" y="46601"/>
                  <a:pt x="575815" y="50839"/>
                  <a:pt x="575787" y="55154"/>
                </a:cubicBezTo>
                <a:cubicBezTo>
                  <a:pt x="575815" y="59469"/>
                  <a:pt x="576958" y="63708"/>
                  <a:pt x="579120" y="67442"/>
                </a:cubicBezTo>
                <a:cubicBezTo>
                  <a:pt x="581206" y="71204"/>
                  <a:pt x="584264" y="74328"/>
                  <a:pt x="587979" y="76490"/>
                </a:cubicBezTo>
                <a:cubicBezTo>
                  <a:pt x="591569" y="78672"/>
                  <a:pt x="595684" y="79824"/>
                  <a:pt x="599885" y="79824"/>
                </a:cubicBezTo>
                <a:cubicBezTo>
                  <a:pt x="604124" y="79796"/>
                  <a:pt x="608295" y="78681"/>
                  <a:pt x="611982" y="76586"/>
                </a:cubicBezTo>
                <a:cubicBezTo>
                  <a:pt x="615658" y="74509"/>
                  <a:pt x="618725" y="71480"/>
                  <a:pt x="620840" y="67823"/>
                </a:cubicBezTo>
                <a:cubicBezTo>
                  <a:pt x="622964" y="64013"/>
                  <a:pt x="624050" y="59707"/>
                  <a:pt x="623983" y="55345"/>
                </a:cubicBezTo>
                <a:cubicBezTo>
                  <a:pt x="624126" y="48773"/>
                  <a:pt x="621621" y="42429"/>
                  <a:pt x="617030" y="37724"/>
                </a:cubicBezTo>
                <a:cubicBezTo>
                  <a:pt x="612486" y="33209"/>
                  <a:pt x="606286" y="30770"/>
                  <a:pt x="599885" y="30961"/>
                </a:cubicBezTo>
                <a:close/>
                <a:moveTo>
                  <a:pt x="429673" y="30675"/>
                </a:moveTo>
                <a:cubicBezTo>
                  <a:pt x="425425" y="30627"/>
                  <a:pt x="421234" y="31751"/>
                  <a:pt x="417576" y="33913"/>
                </a:cubicBezTo>
                <a:cubicBezTo>
                  <a:pt x="413890" y="36047"/>
                  <a:pt x="410861" y="39142"/>
                  <a:pt x="408813" y="42867"/>
                </a:cubicBezTo>
                <a:cubicBezTo>
                  <a:pt x="406680" y="46610"/>
                  <a:pt x="405565" y="50848"/>
                  <a:pt x="405575" y="55154"/>
                </a:cubicBezTo>
                <a:cubicBezTo>
                  <a:pt x="405565" y="59459"/>
                  <a:pt x="406680" y="63698"/>
                  <a:pt x="408813" y="67441"/>
                </a:cubicBezTo>
                <a:cubicBezTo>
                  <a:pt x="410899" y="71203"/>
                  <a:pt x="413957" y="74328"/>
                  <a:pt x="417672" y="76490"/>
                </a:cubicBezTo>
                <a:cubicBezTo>
                  <a:pt x="421262" y="78671"/>
                  <a:pt x="425377" y="79823"/>
                  <a:pt x="429578" y="79823"/>
                </a:cubicBezTo>
                <a:cubicBezTo>
                  <a:pt x="433855" y="79785"/>
                  <a:pt x="438046" y="78671"/>
                  <a:pt x="441770" y="76585"/>
                </a:cubicBezTo>
                <a:cubicBezTo>
                  <a:pt x="445446" y="74528"/>
                  <a:pt x="448476" y="71499"/>
                  <a:pt x="450533" y="67822"/>
                </a:cubicBezTo>
                <a:cubicBezTo>
                  <a:pt x="452667" y="64012"/>
                  <a:pt x="453743" y="59707"/>
                  <a:pt x="453676" y="55344"/>
                </a:cubicBezTo>
                <a:cubicBezTo>
                  <a:pt x="453819" y="48772"/>
                  <a:pt x="451314" y="42428"/>
                  <a:pt x="446723" y="37723"/>
                </a:cubicBezTo>
                <a:cubicBezTo>
                  <a:pt x="442122" y="33122"/>
                  <a:pt x="435798" y="30665"/>
                  <a:pt x="429292" y="30960"/>
                </a:cubicBezTo>
                <a:close/>
                <a:moveTo>
                  <a:pt x="71723" y="24959"/>
                </a:moveTo>
                <a:lnTo>
                  <a:pt x="79819" y="24959"/>
                </a:lnTo>
                <a:lnTo>
                  <a:pt x="79819" y="85729"/>
                </a:lnTo>
                <a:lnTo>
                  <a:pt x="72009" y="85729"/>
                </a:lnTo>
                <a:close/>
                <a:moveTo>
                  <a:pt x="546544" y="24674"/>
                </a:moveTo>
                <a:lnTo>
                  <a:pt x="554355" y="24674"/>
                </a:lnTo>
                <a:lnTo>
                  <a:pt x="554355" y="85443"/>
                </a:lnTo>
                <a:lnTo>
                  <a:pt x="546544" y="85443"/>
                </a:lnTo>
                <a:close/>
                <a:moveTo>
                  <a:pt x="202311" y="23626"/>
                </a:moveTo>
                <a:cubicBezTo>
                  <a:pt x="211979" y="23283"/>
                  <a:pt x="221209" y="27655"/>
                  <a:pt x="227076" y="35342"/>
                </a:cubicBezTo>
                <a:cubicBezTo>
                  <a:pt x="231639" y="41285"/>
                  <a:pt x="234030" y="48620"/>
                  <a:pt x="233839" y="56106"/>
                </a:cubicBezTo>
                <a:lnTo>
                  <a:pt x="179166" y="56106"/>
                </a:lnTo>
                <a:cubicBezTo>
                  <a:pt x="179080" y="62545"/>
                  <a:pt x="181509" y="68765"/>
                  <a:pt x="185929" y="73442"/>
                </a:cubicBezTo>
                <a:cubicBezTo>
                  <a:pt x="190100" y="77937"/>
                  <a:pt x="195987" y="80433"/>
                  <a:pt x="202121" y="80300"/>
                </a:cubicBezTo>
                <a:cubicBezTo>
                  <a:pt x="205179" y="80290"/>
                  <a:pt x="208207" y="79738"/>
                  <a:pt x="211074" y="78680"/>
                </a:cubicBezTo>
                <a:cubicBezTo>
                  <a:pt x="213799" y="77661"/>
                  <a:pt x="216332" y="76213"/>
                  <a:pt x="218599" y="74394"/>
                </a:cubicBezTo>
                <a:cubicBezTo>
                  <a:pt x="221238" y="71784"/>
                  <a:pt x="223486" y="68793"/>
                  <a:pt x="225267" y="65536"/>
                </a:cubicBezTo>
                <a:lnTo>
                  <a:pt x="231839" y="69060"/>
                </a:lnTo>
                <a:cubicBezTo>
                  <a:pt x="229953" y="72880"/>
                  <a:pt x="227410" y="76328"/>
                  <a:pt x="224314" y="79252"/>
                </a:cubicBezTo>
                <a:cubicBezTo>
                  <a:pt x="221542" y="81824"/>
                  <a:pt x="218314" y="83862"/>
                  <a:pt x="214789" y="85253"/>
                </a:cubicBezTo>
                <a:cubicBezTo>
                  <a:pt x="210941" y="86643"/>
                  <a:pt x="206874" y="87320"/>
                  <a:pt x="202788" y="87253"/>
                </a:cubicBezTo>
                <a:cubicBezTo>
                  <a:pt x="193987" y="87834"/>
                  <a:pt x="185405" y="84319"/>
                  <a:pt x="179547" y="77728"/>
                </a:cubicBezTo>
                <a:cubicBezTo>
                  <a:pt x="174108" y="71699"/>
                  <a:pt x="171117" y="63850"/>
                  <a:pt x="171165" y="55725"/>
                </a:cubicBezTo>
                <a:cubicBezTo>
                  <a:pt x="171098" y="48267"/>
                  <a:pt x="173584" y="41000"/>
                  <a:pt x="178213" y="35151"/>
                </a:cubicBezTo>
                <a:cubicBezTo>
                  <a:pt x="183842" y="27560"/>
                  <a:pt x="192863" y="23245"/>
                  <a:pt x="202311" y="23626"/>
                </a:cubicBezTo>
                <a:close/>
                <a:moveTo>
                  <a:pt x="783051" y="23436"/>
                </a:moveTo>
                <a:cubicBezTo>
                  <a:pt x="791909" y="23207"/>
                  <a:pt x="800415" y="26903"/>
                  <a:pt x="806292" y="33532"/>
                </a:cubicBezTo>
                <a:cubicBezTo>
                  <a:pt x="811816" y="39514"/>
                  <a:pt x="814817" y="47391"/>
                  <a:pt x="814674" y="55535"/>
                </a:cubicBezTo>
                <a:cubicBezTo>
                  <a:pt x="814760" y="63812"/>
                  <a:pt x="811578" y="71785"/>
                  <a:pt x="805816" y="77728"/>
                </a:cubicBezTo>
                <a:cubicBezTo>
                  <a:pt x="799977" y="84062"/>
                  <a:pt x="791662" y="87539"/>
                  <a:pt x="783051" y="87253"/>
                </a:cubicBezTo>
                <a:cubicBezTo>
                  <a:pt x="774412" y="87558"/>
                  <a:pt x="766058" y="84081"/>
                  <a:pt x="760191" y="77728"/>
                </a:cubicBezTo>
                <a:cubicBezTo>
                  <a:pt x="754428" y="71785"/>
                  <a:pt x="751247" y="63812"/>
                  <a:pt x="751333" y="55535"/>
                </a:cubicBezTo>
                <a:cubicBezTo>
                  <a:pt x="751237" y="47429"/>
                  <a:pt x="754228" y="39600"/>
                  <a:pt x="759715" y="33627"/>
                </a:cubicBezTo>
                <a:cubicBezTo>
                  <a:pt x="765620" y="26969"/>
                  <a:pt x="774154" y="23236"/>
                  <a:pt x="783051" y="23436"/>
                </a:cubicBezTo>
                <a:close/>
                <a:moveTo>
                  <a:pt x="711804" y="23436"/>
                </a:moveTo>
                <a:cubicBezTo>
                  <a:pt x="715747" y="23407"/>
                  <a:pt x="719671" y="24017"/>
                  <a:pt x="723424" y="25246"/>
                </a:cubicBezTo>
                <a:cubicBezTo>
                  <a:pt x="726853" y="26322"/>
                  <a:pt x="730072" y="27960"/>
                  <a:pt x="732949" y="30103"/>
                </a:cubicBezTo>
                <a:cubicBezTo>
                  <a:pt x="735540" y="32170"/>
                  <a:pt x="737712" y="34732"/>
                  <a:pt x="739331" y="37628"/>
                </a:cubicBezTo>
                <a:lnTo>
                  <a:pt x="733139" y="41438"/>
                </a:lnTo>
                <a:cubicBezTo>
                  <a:pt x="728063" y="34466"/>
                  <a:pt x="719852" y="30475"/>
                  <a:pt x="711232" y="30770"/>
                </a:cubicBezTo>
                <a:cubicBezTo>
                  <a:pt x="704364" y="30570"/>
                  <a:pt x="697697" y="33142"/>
                  <a:pt x="692754" y="37914"/>
                </a:cubicBezTo>
                <a:cubicBezTo>
                  <a:pt x="687991" y="42410"/>
                  <a:pt x="685334" y="48696"/>
                  <a:pt x="685419" y="55249"/>
                </a:cubicBezTo>
                <a:cubicBezTo>
                  <a:pt x="685400" y="59640"/>
                  <a:pt x="686591" y="63955"/>
                  <a:pt x="688848" y="67727"/>
                </a:cubicBezTo>
                <a:cubicBezTo>
                  <a:pt x="691039" y="71756"/>
                  <a:pt x="694344" y="75061"/>
                  <a:pt x="698373" y="77252"/>
                </a:cubicBezTo>
                <a:cubicBezTo>
                  <a:pt x="702412" y="79414"/>
                  <a:pt x="706936" y="80529"/>
                  <a:pt x="711518" y="80491"/>
                </a:cubicBezTo>
                <a:cubicBezTo>
                  <a:pt x="720100" y="80624"/>
                  <a:pt x="728234" y="76661"/>
                  <a:pt x="733425" y="69823"/>
                </a:cubicBezTo>
                <a:lnTo>
                  <a:pt x="739616" y="73823"/>
                </a:lnTo>
                <a:cubicBezTo>
                  <a:pt x="736683" y="78205"/>
                  <a:pt x="732644" y="81719"/>
                  <a:pt x="727901" y="84015"/>
                </a:cubicBezTo>
                <a:cubicBezTo>
                  <a:pt x="722662" y="86482"/>
                  <a:pt x="716928" y="87720"/>
                  <a:pt x="711137" y="87634"/>
                </a:cubicBezTo>
                <a:cubicBezTo>
                  <a:pt x="702240" y="87806"/>
                  <a:pt x="693649" y="84367"/>
                  <a:pt x="687324" y="78109"/>
                </a:cubicBezTo>
                <a:cubicBezTo>
                  <a:pt x="681114" y="72375"/>
                  <a:pt x="677647" y="64270"/>
                  <a:pt x="677799" y="55821"/>
                </a:cubicBezTo>
                <a:cubicBezTo>
                  <a:pt x="677790" y="50058"/>
                  <a:pt x="679342" y="44400"/>
                  <a:pt x="682276" y="39438"/>
                </a:cubicBezTo>
                <a:cubicBezTo>
                  <a:pt x="685162" y="34437"/>
                  <a:pt x="689382" y="30351"/>
                  <a:pt x="694468" y="27627"/>
                </a:cubicBezTo>
                <a:cubicBezTo>
                  <a:pt x="699802" y="24808"/>
                  <a:pt x="705765" y="23369"/>
                  <a:pt x="711804" y="23436"/>
                </a:cubicBezTo>
                <a:close/>
                <a:moveTo>
                  <a:pt x="262414" y="23245"/>
                </a:moveTo>
                <a:cubicBezTo>
                  <a:pt x="268786" y="23798"/>
                  <a:pt x="274692" y="26807"/>
                  <a:pt x="278892" y="31627"/>
                </a:cubicBezTo>
                <a:lnTo>
                  <a:pt x="273939" y="36771"/>
                </a:lnTo>
                <a:cubicBezTo>
                  <a:pt x="270777" y="33246"/>
                  <a:pt x="266376" y="31094"/>
                  <a:pt x="261652" y="30770"/>
                </a:cubicBezTo>
                <a:cubicBezTo>
                  <a:pt x="259223" y="30732"/>
                  <a:pt x="256871" y="31618"/>
                  <a:pt x="255080" y="33246"/>
                </a:cubicBezTo>
                <a:cubicBezTo>
                  <a:pt x="253394" y="34704"/>
                  <a:pt x="252422" y="36828"/>
                  <a:pt x="252413" y="39056"/>
                </a:cubicBezTo>
                <a:cubicBezTo>
                  <a:pt x="252499" y="41152"/>
                  <a:pt x="253261" y="43162"/>
                  <a:pt x="254604" y="44772"/>
                </a:cubicBezTo>
                <a:cubicBezTo>
                  <a:pt x="257385" y="47439"/>
                  <a:pt x="260604" y="49601"/>
                  <a:pt x="264129" y="51153"/>
                </a:cubicBezTo>
                <a:cubicBezTo>
                  <a:pt x="268643" y="53201"/>
                  <a:pt x="272701" y="56154"/>
                  <a:pt x="276035" y="59821"/>
                </a:cubicBezTo>
                <a:cubicBezTo>
                  <a:pt x="278016" y="62602"/>
                  <a:pt x="279073" y="65936"/>
                  <a:pt x="279083" y="69346"/>
                </a:cubicBezTo>
                <a:cubicBezTo>
                  <a:pt x="279130" y="74109"/>
                  <a:pt x="277235" y="78681"/>
                  <a:pt x="273844" y="82014"/>
                </a:cubicBezTo>
                <a:cubicBezTo>
                  <a:pt x="270339" y="85434"/>
                  <a:pt x="265595" y="87291"/>
                  <a:pt x="260699" y="87158"/>
                </a:cubicBezTo>
                <a:cubicBezTo>
                  <a:pt x="257204" y="87158"/>
                  <a:pt x="253756" y="86377"/>
                  <a:pt x="250603" y="84872"/>
                </a:cubicBezTo>
                <a:cubicBezTo>
                  <a:pt x="247526" y="83405"/>
                  <a:pt x="244821" y="81262"/>
                  <a:pt x="242697" y="78585"/>
                </a:cubicBezTo>
                <a:lnTo>
                  <a:pt x="247650" y="72966"/>
                </a:lnTo>
                <a:cubicBezTo>
                  <a:pt x="250651" y="76995"/>
                  <a:pt x="255299" y="79471"/>
                  <a:pt x="260319" y="79728"/>
                </a:cubicBezTo>
                <a:cubicBezTo>
                  <a:pt x="263262" y="79814"/>
                  <a:pt x="266129" y="78757"/>
                  <a:pt x="268320" y="76776"/>
                </a:cubicBezTo>
                <a:cubicBezTo>
                  <a:pt x="270406" y="74985"/>
                  <a:pt x="271625" y="72385"/>
                  <a:pt x="271653" y="69632"/>
                </a:cubicBezTo>
                <a:cubicBezTo>
                  <a:pt x="271634" y="67441"/>
                  <a:pt x="270863" y="65317"/>
                  <a:pt x="269463" y="63631"/>
                </a:cubicBezTo>
                <a:cubicBezTo>
                  <a:pt x="266653" y="60983"/>
                  <a:pt x="263433" y="58802"/>
                  <a:pt x="259938" y="57154"/>
                </a:cubicBezTo>
                <a:cubicBezTo>
                  <a:pt x="255623" y="55259"/>
                  <a:pt x="251784" y="52430"/>
                  <a:pt x="248698" y="48867"/>
                </a:cubicBezTo>
                <a:cubicBezTo>
                  <a:pt x="246698" y="46105"/>
                  <a:pt x="245660" y="42752"/>
                  <a:pt x="245745" y="39342"/>
                </a:cubicBezTo>
                <a:cubicBezTo>
                  <a:pt x="245631" y="34999"/>
                  <a:pt x="247355" y="30808"/>
                  <a:pt x="250508" y="27817"/>
                </a:cubicBezTo>
                <a:cubicBezTo>
                  <a:pt x="253699" y="24760"/>
                  <a:pt x="257994" y="23112"/>
                  <a:pt x="262414" y="23245"/>
                </a:cubicBezTo>
                <a:close/>
                <a:moveTo>
                  <a:pt x="19813" y="23245"/>
                </a:moveTo>
                <a:cubicBezTo>
                  <a:pt x="26146" y="23845"/>
                  <a:pt x="32005" y="26836"/>
                  <a:pt x="36196" y="31627"/>
                </a:cubicBezTo>
                <a:lnTo>
                  <a:pt x="31147" y="36771"/>
                </a:lnTo>
                <a:cubicBezTo>
                  <a:pt x="28023" y="33256"/>
                  <a:pt x="23651" y="31104"/>
                  <a:pt x="18955" y="30770"/>
                </a:cubicBezTo>
                <a:cubicBezTo>
                  <a:pt x="16526" y="30732"/>
                  <a:pt x="14174" y="31618"/>
                  <a:pt x="12383" y="33247"/>
                </a:cubicBezTo>
                <a:cubicBezTo>
                  <a:pt x="10697" y="34704"/>
                  <a:pt x="9725" y="36828"/>
                  <a:pt x="9716" y="39057"/>
                </a:cubicBezTo>
                <a:cubicBezTo>
                  <a:pt x="9802" y="41152"/>
                  <a:pt x="10564" y="43162"/>
                  <a:pt x="11907" y="44772"/>
                </a:cubicBezTo>
                <a:cubicBezTo>
                  <a:pt x="14688" y="47439"/>
                  <a:pt x="17907" y="49601"/>
                  <a:pt x="21432" y="51154"/>
                </a:cubicBezTo>
                <a:cubicBezTo>
                  <a:pt x="25928" y="53201"/>
                  <a:pt x="29947" y="56145"/>
                  <a:pt x="33243" y="59821"/>
                </a:cubicBezTo>
                <a:cubicBezTo>
                  <a:pt x="35291" y="62574"/>
                  <a:pt x="36396" y="65917"/>
                  <a:pt x="36386" y="69346"/>
                </a:cubicBezTo>
                <a:cubicBezTo>
                  <a:pt x="36443" y="74128"/>
                  <a:pt x="34510" y="78710"/>
                  <a:pt x="31052" y="82015"/>
                </a:cubicBezTo>
                <a:cubicBezTo>
                  <a:pt x="27594" y="85453"/>
                  <a:pt x="22880" y="87311"/>
                  <a:pt x="18003" y="87158"/>
                </a:cubicBezTo>
                <a:cubicBezTo>
                  <a:pt x="14507" y="87158"/>
                  <a:pt x="11059" y="86377"/>
                  <a:pt x="7906" y="84872"/>
                </a:cubicBezTo>
                <a:cubicBezTo>
                  <a:pt x="4820" y="83405"/>
                  <a:pt x="2124" y="81262"/>
                  <a:pt x="0" y="78586"/>
                </a:cubicBezTo>
                <a:lnTo>
                  <a:pt x="4954" y="72966"/>
                </a:lnTo>
                <a:cubicBezTo>
                  <a:pt x="7954" y="76995"/>
                  <a:pt x="12602" y="79472"/>
                  <a:pt x="17622" y="79729"/>
                </a:cubicBezTo>
                <a:cubicBezTo>
                  <a:pt x="20574" y="79814"/>
                  <a:pt x="23432" y="78757"/>
                  <a:pt x="25623" y="76776"/>
                </a:cubicBezTo>
                <a:cubicBezTo>
                  <a:pt x="27718" y="74985"/>
                  <a:pt x="28928" y="72385"/>
                  <a:pt x="28956" y="69632"/>
                </a:cubicBezTo>
                <a:cubicBezTo>
                  <a:pt x="28937" y="67441"/>
                  <a:pt x="28166" y="65317"/>
                  <a:pt x="26766" y="63631"/>
                </a:cubicBezTo>
                <a:cubicBezTo>
                  <a:pt x="23956" y="60974"/>
                  <a:pt x="20746" y="58793"/>
                  <a:pt x="17241" y="57154"/>
                </a:cubicBezTo>
                <a:cubicBezTo>
                  <a:pt x="12973" y="55230"/>
                  <a:pt x="9163" y="52401"/>
                  <a:pt x="6097" y="48868"/>
                </a:cubicBezTo>
                <a:cubicBezTo>
                  <a:pt x="4096" y="46105"/>
                  <a:pt x="3058" y="42753"/>
                  <a:pt x="3144" y="39343"/>
                </a:cubicBezTo>
                <a:cubicBezTo>
                  <a:pt x="2991" y="34990"/>
                  <a:pt x="4725" y="30789"/>
                  <a:pt x="7906" y="27817"/>
                </a:cubicBezTo>
                <a:cubicBezTo>
                  <a:pt x="11088" y="24741"/>
                  <a:pt x="15383" y="23083"/>
                  <a:pt x="19813" y="23245"/>
                </a:cubicBezTo>
                <a:close/>
                <a:moveTo>
                  <a:pt x="857726" y="23150"/>
                </a:moveTo>
                <a:cubicBezTo>
                  <a:pt x="860612" y="23141"/>
                  <a:pt x="863460" y="23722"/>
                  <a:pt x="866108" y="24865"/>
                </a:cubicBezTo>
                <a:cubicBezTo>
                  <a:pt x="868594" y="25865"/>
                  <a:pt x="870813" y="27427"/>
                  <a:pt x="872585" y="29437"/>
                </a:cubicBezTo>
                <a:cubicBezTo>
                  <a:pt x="874576" y="31885"/>
                  <a:pt x="876071" y="34695"/>
                  <a:pt x="876966" y="37724"/>
                </a:cubicBezTo>
                <a:cubicBezTo>
                  <a:pt x="879157" y="33352"/>
                  <a:pt x="882443" y="29608"/>
                  <a:pt x="886491" y="26865"/>
                </a:cubicBezTo>
                <a:cubicBezTo>
                  <a:pt x="890235" y="24436"/>
                  <a:pt x="894607" y="23141"/>
                  <a:pt x="899065" y="23150"/>
                </a:cubicBezTo>
                <a:cubicBezTo>
                  <a:pt x="903008" y="23065"/>
                  <a:pt x="906894" y="24160"/>
                  <a:pt x="910209" y="26294"/>
                </a:cubicBezTo>
                <a:cubicBezTo>
                  <a:pt x="913438" y="28446"/>
                  <a:pt x="915933" y="31542"/>
                  <a:pt x="917352" y="35152"/>
                </a:cubicBezTo>
                <a:cubicBezTo>
                  <a:pt x="919219" y="40667"/>
                  <a:pt x="920029" y="46486"/>
                  <a:pt x="919734" y="52297"/>
                </a:cubicBezTo>
                <a:lnTo>
                  <a:pt x="919734" y="85444"/>
                </a:lnTo>
                <a:lnTo>
                  <a:pt x="911733" y="85444"/>
                </a:lnTo>
                <a:lnTo>
                  <a:pt x="911733" y="52297"/>
                </a:lnTo>
                <a:cubicBezTo>
                  <a:pt x="911990" y="47772"/>
                  <a:pt x="911504" y="43239"/>
                  <a:pt x="910304" y="38867"/>
                </a:cubicBezTo>
                <a:cubicBezTo>
                  <a:pt x="909428" y="36419"/>
                  <a:pt x="907751" y="34333"/>
                  <a:pt x="905541" y="32961"/>
                </a:cubicBezTo>
                <a:cubicBezTo>
                  <a:pt x="903170" y="31418"/>
                  <a:pt x="900369" y="30646"/>
                  <a:pt x="897541" y="30770"/>
                </a:cubicBezTo>
                <a:cubicBezTo>
                  <a:pt x="893807" y="30713"/>
                  <a:pt x="890159" y="31885"/>
                  <a:pt x="887158" y="34104"/>
                </a:cubicBezTo>
                <a:cubicBezTo>
                  <a:pt x="884034" y="36304"/>
                  <a:pt x="881643" y="39390"/>
                  <a:pt x="880300" y="42962"/>
                </a:cubicBezTo>
                <a:cubicBezTo>
                  <a:pt x="878500" y="49144"/>
                  <a:pt x="877757" y="55583"/>
                  <a:pt x="878109" y="62012"/>
                </a:cubicBezTo>
                <a:lnTo>
                  <a:pt x="878109" y="85825"/>
                </a:lnTo>
                <a:lnTo>
                  <a:pt x="870394" y="85825"/>
                </a:lnTo>
                <a:lnTo>
                  <a:pt x="870394" y="54678"/>
                </a:lnTo>
                <a:cubicBezTo>
                  <a:pt x="870623" y="49687"/>
                  <a:pt x="870175" y="44686"/>
                  <a:pt x="869061" y="39819"/>
                </a:cubicBezTo>
                <a:cubicBezTo>
                  <a:pt x="868194" y="37238"/>
                  <a:pt x="866527" y="34999"/>
                  <a:pt x="864298" y="33437"/>
                </a:cubicBezTo>
                <a:cubicBezTo>
                  <a:pt x="861888" y="31875"/>
                  <a:pt x="859069" y="31075"/>
                  <a:pt x="856202" y="31151"/>
                </a:cubicBezTo>
                <a:cubicBezTo>
                  <a:pt x="852554" y="31142"/>
                  <a:pt x="848991" y="32275"/>
                  <a:pt x="846010" y="34390"/>
                </a:cubicBezTo>
                <a:cubicBezTo>
                  <a:pt x="842867" y="36552"/>
                  <a:pt x="840447" y="39600"/>
                  <a:pt x="839057" y="43153"/>
                </a:cubicBezTo>
                <a:cubicBezTo>
                  <a:pt x="837276" y="48620"/>
                  <a:pt x="836504" y="54364"/>
                  <a:pt x="836771" y="60107"/>
                </a:cubicBezTo>
                <a:lnTo>
                  <a:pt x="836771" y="85825"/>
                </a:lnTo>
                <a:lnTo>
                  <a:pt x="828960" y="85825"/>
                </a:lnTo>
                <a:lnTo>
                  <a:pt x="829056" y="24674"/>
                </a:lnTo>
                <a:lnTo>
                  <a:pt x="836866" y="24674"/>
                </a:lnTo>
                <a:lnTo>
                  <a:pt x="836866" y="35152"/>
                </a:lnTo>
                <a:cubicBezTo>
                  <a:pt x="839105" y="31828"/>
                  <a:pt x="841953" y="28951"/>
                  <a:pt x="845248" y="26675"/>
                </a:cubicBezTo>
                <a:cubicBezTo>
                  <a:pt x="849011" y="24379"/>
                  <a:pt x="853325" y="23160"/>
                  <a:pt x="857726" y="23150"/>
                </a:cubicBezTo>
                <a:close/>
                <a:moveTo>
                  <a:pt x="321373" y="23149"/>
                </a:moveTo>
                <a:cubicBezTo>
                  <a:pt x="324259" y="23140"/>
                  <a:pt x="327107" y="23721"/>
                  <a:pt x="329755" y="24864"/>
                </a:cubicBezTo>
                <a:cubicBezTo>
                  <a:pt x="332222" y="25893"/>
                  <a:pt x="334442" y="27455"/>
                  <a:pt x="336232" y="29436"/>
                </a:cubicBezTo>
                <a:cubicBezTo>
                  <a:pt x="338194" y="31903"/>
                  <a:pt x="339671" y="34713"/>
                  <a:pt x="340614" y="37723"/>
                </a:cubicBezTo>
                <a:cubicBezTo>
                  <a:pt x="342804" y="33351"/>
                  <a:pt x="346091" y="29608"/>
                  <a:pt x="350139" y="26864"/>
                </a:cubicBezTo>
                <a:cubicBezTo>
                  <a:pt x="353882" y="24435"/>
                  <a:pt x="358254" y="23140"/>
                  <a:pt x="362712" y="23149"/>
                </a:cubicBezTo>
                <a:cubicBezTo>
                  <a:pt x="366655" y="23083"/>
                  <a:pt x="370532" y="24178"/>
                  <a:pt x="373856" y="26293"/>
                </a:cubicBezTo>
                <a:cubicBezTo>
                  <a:pt x="377047" y="28493"/>
                  <a:pt x="379523" y="31570"/>
                  <a:pt x="381000" y="35151"/>
                </a:cubicBezTo>
                <a:cubicBezTo>
                  <a:pt x="382781" y="40685"/>
                  <a:pt x="383552" y="46486"/>
                  <a:pt x="383286" y="52296"/>
                </a:cubicBezTo>
                <a:lnTo>
                  <a:pt x="383286" y="85443"/>
                </a:lnTo>
                <a:lnTo>
                  <a:pt x="375380" y="85443"/>
                </a:lnTo>
                <a:lnTo>
                  <a:pt x="375380" y="52296"/>
                </a:lnTo>
                <a:cubicBezTo>
                  <a:pt x="375637" y="47772"/>
                  <a:pt x="375152" y="43238"/>
                  <a:pt x="373951" y="38866"/>
                </a:cubicBezTo>
                <a:cubicBezTo>
                  <a:pt x="373046" y="36437"/>
                  <a:pt x="371370" y="34360"/>
                  <a:pt x="369189" y="32960"/>
                </a:cubicBezTo>
                <a:cubicBezTo>
                  <a:pt x="366808" y="31436"/>
                  <a:pt x="364017" y="30674"/>
                  <a:pt x="361188" y="30769"/>
                </a:cubicBezTo>
                <a:cubicBezTo>
                  <a:pt x="357454" y="30712"/>
                  <a:pt x="353806" y="31884"/>
                  <a:pt x="350806" y="34103"/>
                </a:cubicBezTo>
                <a:cubicBezTo>
                  <a:pt x="347681" y="36303"/>
                  <a:pt x="345291" y="39390"/>
                  <a:pt x="343948" y="42961"/>
                </a:cubicBezTo>
                <a:cubicBezTo>
                  <a:pt x="342100" y="49134"/>
                  <a:pt x="341357" y="55582"/>
                  <a:pt x="341757" y="62011"/>
                </a:cubicBezTo>
                <a:lnTo>
                  <a:pt x="341757" y="85824"/>
                </a:lnTo>
                <a:lnTo>
                  <a:pt x="333946" y="85824"/>
                </a:lnTo>
                <a:lnTo>
                  <a:pt x="333946" y="54677"/>
                </a:lnTo>
                <a:cubicBezTo>
                  <a:pt x="334213" y="49677"/>
                  <a:pt x="333727" y="44676"/>
                  <a:pt x="332518" y="39818"/>
                </a:cubicBezTo>
                <a:cubicBezTo>
                  <a:pt x="331679" y="37218"/>
                  <a:pt x="330003" y="34980"/>
                  <a:pt x="327755" y="33436"/>
                </a:cubicBezTo>
                <a:cubicBezTo>
                  <a:pt x="325345" y="31874"/>
                  <a:pt x="322526" y="31074"/>
                  <a:pt x="319659" y="31150"/>
                </a:cubicBezTo>
                <a:cubicBezTo>
                  <a:pt x="316039" y="31141"/>
                  <a:pt x="312505" y="32274"/>
                  <a:pt x="309562" y="34389"/>
                </a:cubicBezTo>
                <a:cubicBezTo>
                  <a:pt x="306419" y="36551"/>
                  <a:pt x="304000" y="39599"/>
                  <a:pt x="302609" y="43152"/>
                </a:cubicBezTo>
                <a:cubicBezTo>
                  <a:pt x="300828" y="48619"/>
                  <a:pt x="300056" y="54363"/>
                  <a:pt x="300323" y="60107"/>
                </a:cubicBezTo>
                <a:lnTo>
                  <a:pt x="300323" y="85824"/>
                </a:lnTo>
                <a:lnTo>
                  <a:pt x="292512" y="85824"/>
                </a:lnTo>
                <a:lnTo>
                  <a:pt x="292703" y="24674"/>
                </a:lnTo>
                <a:lnTo>
                  <a:pt x="300514" y="24674"/>
                </a:lnTo>
                <a:lnTo>
                  <a:pt x="300514" y="35151"/>
                </a:lnTo>
                <a:cubicBezTo>
                  <a:pt x="302752" y="31827"/>
                  <a:pt x="305600" y="28950"/>
                  <a:pt x="308895" y="26674"/>
                </a:cubicBezTo>
                <a:cubicBezTo>
                  <a:pt x="312648" y="24359"/>
                  <a:pt x="316963" y="23140"/>
                  <a:pt x="321373" y="23149"/>
                </a:cubicBezTo>
                <a:close/>
                <a:moveTo>
                  <a:pt x="508635" y="22959"/>
                </a:moveTo>
                <a:cubicBezTo>
                  <a:pt x="512921" y="22883"/>
                  <a:pt x="517131" y="24073"/>
                  <a:pt x="520731" y="26388"/>
                </a:cubicBezTo>
                <a:cubicBezTo>
                  <a:pt x="524237" y="28703"/>
                  <a:pt x="526961" y="32017"/>
                  <a:pt x="528542" y="35913"/>
                </a:cubicBezTo>
                <a:cubicBezTo>
                  <a:pt x="530475" y="41809"/>
                  <a:pt x="531314" y="48000"/>
                  <a:pt x="531018" y="54201"/>
                </a:cubicBezTo>
                <a:lnTo>
                  <a:pt x="531018" y="85443"/>
                </a:lnTo>
                <a:lnTo>
                  <a:pt x="523208" y="85443"/>
                </a:lnTo>
                <a:lnTo>
                  <a:pt x="523208" y="56868"/>
                </a:lnTo>
                <a:cubicBezTo>
                  <a:pt x="523379" y="52182"/>
                  <a:pt x="523094" y="47495"/>
                  <a:pt x="522351" y="42866"/>
                </a:cubicBezTo>
                <a:cubicBezTo>
                  <a:pt x="521789" y="39171"/>
                  <a:pt x="519931" y="35799"/>
                  <a:pt x="517112" y="33341"/>
                </a:cubicBezTo>
                <a:cubicBezTo>
                  <a:pt x="514216" y="31217"/>
                  <a:pt x="510692" y="30150"/>
                  <a:pt x="507111" y="30293"/>
                </a:cubicBezTo>
                <a:cubicBezTo>
                  <a:pt x="502415" y="30255"/>
                  <a:pt x="497872" y="31951"/>
                  <a:pt x="494347" y="35056"/>
                </a:cubicBezTo>
                <a:cubicBezTo>
                  <a:pt x="490709" y="37989"/>
                  <a:pt x="488127" y="42038"/>
                  <a:pt x="487013" y="46581"/>
                </a:cubicBezTo>
                <a:cubicBezTo>
                  <a:pt x="486060" y="52048"/>
                  <a:pt x="485670" y="57601"/>
                  <a:pt x="485870" y="63154"/>
                </a:cubicBezTo>
                <a:lnTo>
                  <a:pt x="485870" y="85443"/>
                </a:lnTo>
                <a:lnTo>
                  <a:pt x="478059" y="85443"/>
                </a:lnTo>
                <a:lnTo>
                  <a:pt x="478059" y="24673"/>
                </a:lnTo>
                <a:lnTo>
                  <a:pt x="485870" y="24673"/>
                </a:lnTo>
                <a:lnTo>
                  <a:pt x="485870" y="35532"/>
                </a:lnTo>
                <a:cubicBezTo>
                  <a:pt x="488623" y="31665"/>
                  <a:pt x="492166" y="28417"/>
                  <a:pt x="496252" y="26007"/>
                </a:cubicBezTo>
                <a:cubicBezTo>
                  <a:pt x="500062" y="23988"/>
                  <a:pt x="504320" y="22940"/>
                  <a:pt x="508635" y="22959"/>
                </a:cubicBezTo>
                <a:close/>
                <a:moveTo>
                  <a:pt x="599218" y="22769"/>
                </a:moveTo>
                <a:cubicBezTo>
                  <a:pt x="603914" y="22712"/>
                  <a:pt x="608553" y="23788"/>
                  <a:pt x="612744" y="25913"/>
                </a:cubicBezTo>
                <a:cubicBezTo>
                  <a:pt x="616954" y="28227"/>
                  <a:pt x="620573" y="31485"/>
                  <a:pt x="623316" y="35438"/>
                </a:cubicBezTo>
                <a:lnTo>
                  <a:pt x="623316" y="24674"/>
                </a:lnTo>
                <a:lnTo>
                  <a:pt x="631127" y="24674"/>
                </a:lnTo>
                <a:lnTo>
                  <a:pt x="631127" y="85444"/>
                </a:lnTo>
                <a:lnTo>
                  <a:pt x="623412" y="85444"/>
                </a:lnTo>
                <a:lnTo>
                  <a:pt x="623412" y="74966"/>
                </a:lnTo>
                <a:cubicBezTo>
                  <a:pt x="620449" y="78700"/>
                  <a:pt x="616716" y="81758"/>
                  <a:pt x="612458" y="83920"/>
                </a:cubicBezTo>
                <a:cubicBezTo>
                  <a:pt x="608295" y="86015"/>
                  <a:pt x="603685" y="87063"/>
                  <a:pt x="599028" y="86968"/>
                </a:cubicBezTo>
                <a:cubicBezTo>
                  <a:pt x="590684" y="87015"/>
                  <a:pt x="582702" y="83558"/>
                  <a:pt x="577025" y="77443"/>
                </a:cubicBezTo>
                <a:cubicBezTo>
                  <a:pt x="570862" y="71480"/>
                  <a:pt x="567414" y="63251"/>
                  <a:pt x="567500" y="54678"/>
                </a:cubicBezTo>
                <a:cubicBezTo>
                  <a:pt x="567424" y="46220"/>
                  <a:pt x="570872" y="38105"/>
                  <a:pt x="577025" y="32294"/>
                </a:cubicBezTo>
                <a:cubicBezTo>
                  <a:pt x="582740" y="26122"/>
                  <a:pt x="590808" y="22655"/>
                  <a:pt x="599218" y="22769"/>
                </a:cubicBezTo>
                <a:close/>
                <a:moveTo>
                  <a:pt x="428911" y="22769"/>
                </a:moveTo>
                <a:cubicBezTo>
                  <a:pt x="433607" y="22712"/>
                  <a:pt x="438246" y="23788"/>
                  <a:pt x="442437" y="25912"/>
                </a:cubicBezTo>
                <a:cubicBezTo>
                  <a:pt x="446647" y="28227"/>
                  <a:pt x="450266" y="31484"/>
                  <a:pt x="453009" y="35437"/>
                </a:cubicBezTo>
                <a:lnTo>
                  <a:pt x="453009" y="24674"/>
                </a:lnTo>
                <a:lnTo>
                  <a:pt x="460820" y="24674"/>
                </a:lnTo>
                <a:lnTo>
                  <a:pt x="460820" y="85443"/>
                </a:lnTo>
                <a:lnTo>
                  <a:pt x="453105" y="85443"/>
                </a:lnTo>
                <a:lnTo>
                  <a:pt x="453105" y="74966"/>
                </a:lnTo>
                <a:cubicBezTo>
                  <a:pt x="450162" y="78719"/>
                  <a:pt x="446418" y="81786"/>
                  <a:pt x="442151" y="83919"/>
                </a:cubicBezTo>
                <a:cubicBezTo>
                  <a:pt x="437988" y="86015"/>
                  <a:pt x="433378" y="87063"/>
                  <a:pt x="428721" y="86967"/>
                </a:cubicBezTo>
                <a:cubicBezTo>
                  <a:pt x="420377" y="87015"/>
                  <a:pt x="412395" y="83557"/>
                  <a:pt x="406718" y="77442"/>
                </a:cubicBezTo>
                <a:cubicBezTo>
                  <a:pt x="400555" y="71480"/>
                  <a:pt x="397107" y="63250"/>
                  <a:pt x="397193" y="54677"/>
                </a:cubicBezTo>
                <a:cubicBezTo>
                  <a:pt x="397155" y="46229"/>
                  <a:pt x="400603" y="38132"/>
                  <a:pt x="406718" y="32294"/>
                </a:cubicBezTo>
                <a:cubicBezTo>
                  <a:pt x="412452" y="26141"/>
                  <a:pt x="420501" y="22683"/>
                  <a:pt x="428911" y="22769"/>
                </a:cubicBezTo>
                <a:close/>
                <a:moveTo>
                  <a:pt x="48863" y="1529"/>
                </a:moveTo>
                <a:lnTo>
                  <a:pt x="56674" y="1529"/>
                </a:lnTo>
                <a:lnTo>
                  <a:pt x="56674" y="85730"/>
                </a:lnTo>
                <a:lnTo>
                  <a:pt x="48863" y="85730"/>
                </a:lnTo>
                <a:close/>
                <a:moveTo>
                  <a:pt x="148209" y="1147"/>
                </a:moveTo>
                <a:lnTo>
                  <a:pt x="156020" y="1528"/>
                </a:lnTo>
                <a:lnTo>
                  <a:pt x="156020" y="85729"/>
                </a:lnTo>
                <a:lnTo>
                  <a:pt x="148305" y="85729"/>
                </a:lnTo>
                <a:lnTo>
                  <a:pt x="148305" y="75251"/>
                </a:lnTo>
                <a:cubicBezTo>
                  <a:pt x="145342" y="78985"/>
                  <a:pt x="141609" y="82042"/>
                  <a:pt x="137351" y="84205"/>
                </a:cubicBezTo>
                <a:cubicBezTo>
                  <a:pt x="133188" y="86300"/>
                  <a:pt x="128578" y="87348"/>
                  <a:pt x="123921" y="87253"/>
                </a:cubicBezTo>
                <a:cubicBezTo>
                  <a:pt x="115577" y="87300"/>
                  <a:pt x="107595" y="83843"/>
                  <a:pt x="101918" y="77728"/>
                </a:cubicBezTo>
                <a:cubicBezTo>
                  <a:pt x="95755" y="71765"/>
                  <a:pt x="92307" y="63535"/>
                  <a:pt x="92393" y="54963"/>
                </a:cubicBezTo>
                <a:cubicBezTo>
                  <a:pt x="92355" y="46514"/>
                  <a:pt x="95803" y="38418"/>
                  <a:pt x="101918" y="32579"/>
                </a:cubicBezTo>
                <a:cubicBezTo>
                  <a:pt x="107633" y="26407"/>
                  <a:pt x="115701" y="22940"/>
                  <a:pt x="124111" y="23054"/>
                </a:cubicBezTo>
                <a:cubicBezTo>
                  <a:pt x="128807" y="22997"/>
                  <a:pt x="133446" y="24073"/>
                  <a:pt x="137637" y="26197"/>
                </a:cubicBezTo>
                <a:cubicBezTo>
                  <a:pt x="141847" y="28512"/>
                  <a:pt x="145466" y="31769"/>
                  <a:pt x="148209" y="35722"/>
                </a:cubicBezTo>
                <a:close/>
                <a:moveTo>
                  <a:pt x="550450" y="4"/>
                </a:moveTo>
                <a:cubicBezTo>
                  <a:pt x="552183" y="-63"/>
                  <a:pt x="553850" y="633"/>
                  <a:pt x="555022" y="1909"/>
                </a:cubicBezTo>
                <a:cubicBezTo>
                  <a:pt x="556260" y="3109"/>
                  <a:pt x="556946" y="4757"/>
                  <a:pt x="556927" y="6481"/>
                </a:cubicBezTo>
                <a:cubicBezTo>
                  <a:pt x="556927" y="8167"/>
                  <a:pt x="556241" y="9786"/>
                  <a:pt x="555022" y="10958"/>
                </a:cubicBezTo>
                <a:cubicBezTo>
                  <a:pt x="553822" y="12196"/>
                  <a:pt x="552174" y="12882"/>
                  <a:pt x="550450" y="12863"/>
                </a:cubicBezTo>
                <a:cubicBezTo>
                  <a:pt x="548764" y="12863"/>
                  <a:pt x="547144" y="12177"/>
                  <a:pt x="545973" y="10958"/>
                </a:cubicBezTo>
                <a:cubicBezTo>
                  <a:pt x="544754" y="9786"/>
                  <a:pt x="544068" y="8167"/>
                  <a:pt x="544068" y="6481"/>
                </a:cubicBezTo>
                <a:cubicBezTo>
                  <a:pt x="544049" y="4757"/>
                  <a:pt x="544735" y="3109"/>
                  <a:pt x="545973" y="1909"/>
                </a:cubicBezTo>
                <a:cubicBezTo>
                  <a:pt x="547116" y="652"/>
                  <a:pt x="548754" y="-44"/>
                  <a:pt x="550450" y="4"/>
                </a:cubicBezTo>
                <a:close/>
                <a:moveTo>
                  <a:pt x="75628" y="4"/>
                </a:moveTo>
                <a:cubicBezTo>
                  <a:pt x="77362" y="-63"/>
                  <a:pt x="79029" y="633"/>
                  <a:pt x="80200" y="1909"/>
                </a:cubicBezTo>
                <a:cubicBezTo>
                  <a:pt x="81439" y="3109"/>
                  <a:pt x="82124" y="4757"/>
                  <a:pt x="82105" y="6481"/>
                </a:cubicBezTo>
                <a:cubicBezTo>
                  <a:pt x="82105" y="8167"/>
                  <a:pt x="81420" y="9786"/>
                  <a:pt x="80200" y="10958"/>
                </a:cubicBezTo>
                <a:cubicBezTo>
                  <a:pt x="79000" y="12196"/>
                  <a:pt x="77352" y="12882"/>
                  <a:pt x="75628" y="12863"/>
                </a:cubicBezTo>
                <a:cubicBezTo>
                  <a:pt x="73942" y="12863"/>
                  <a:pt x="72323" y="12177"/>
                  <a:pt x="71152" y="10958"/>
                </a:cubicBezTo>
                <a:cubicBezTo>
                  <a:pt x="69932" y="9786"/>
                  <a:pt x="69247" y="8167"/>
                  <a:pt x="69247" y="6481"/>
                </a:cubicBezTo>
                <a:cubicBezTo>
                  <a:pt x="69228" y="4757"/>
                  <a:pt x="69913" y="3109"/>
                  <a:pt x="71152" y="1909"/>
                </a:cubicBezTo>
                <a:cubicBezTo>
                  <a:pt x="72295" y="652"/>
                  <a:pt x="73933" y="-44"/>
                  <a:pt x="75628" y="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and image left">
  <p:cSld name="ONE_COLUMN_TEXT_1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2" name="Google Shape;382;p13"/>
          <p:cNvSpPr/>
          <p:nvPr/>
        </p:nvSpPr>
        <p:spPr>
          <a:xfrm flipH="1">
            <a:off x="11270114" y="232339"/>
            <a:ext cx="607123" cy="607123"/>
          </a:xfrm>
          <a:custGeom>
            <a:rect b="b" l="l" r="r" t="t"/>
            <a:pathLst>
              <a:path extrusionOk="0" h="447236" w="447236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3"/>
          <p:cNvSpPr/>
          <p:nvPr/>
        </p:nvSpPr>
        <p:spPr>
          <a:xfrm flipH="1">
            <a:off x="9890848" y="-461213"/>
            <a:ext cx="1181365" cy="1181368"/>
          </a:xfrm>
          <a:custGeom>
            <a:rect b="b" l="l" r="r" t="t"/>
            <a:pathLst>
              <a:path extrusionOk="0" h="1291113" w="1291109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4" name="Google Shape;384;p13"/>
          <p:cNvGrpSpPr/>
          <p:nvPr/>
        </p:nvGrpSpPr>
        <p:grpSpPr>
          <a:xfrm flipH="1">
            <a:off x="11521659" y="4785465"/>
            <a:ext cx="770785" cy="561999"/>
            <a:chOff x="4468725" y="937901"/>
            <a:chExt cx="656322" cy="478541"/>
          </a:xfrm>
        </p:grpSpPr>
        <p:sp>
          <p:nvSpPr>
            <p:cNvPr id="385" name="Google Shape;385;p13"/>
            <p:cNvSpPr/>
            <p:nvPr/>
          </p:nvSpPr>
          <p:spPr>
            <a:xfrm>
              <a:off x="4469534" y="937901"/>
              <a:ext cx="655513" cy="397461"/>
            </a:xfrm>
            <a:custGeom>
              <a:rect b="b" l="l" r="r" t="t"/>
              <a:pathLst>
                <a:path extrusionOk="0" h="397461" w="655513">
                  <a:moveTo>
                    <a:pt x="446589" y="397461"/>
                  </a:moveTo>
                  <a:lnTo>
                    <a:pt x="59831" y="253036"/>
                  </a:lnTo>
                  <a:lnTo>
                    <a:pt x="0" y="152311"/>
                  </a:lnTo>
                  <a:lnTo>
                    <a:pt x="261347" y="0"/>
                  </a:lnTo>
                  <a:lnTo>
                    <a:pt x="655513" y="159184"/>
                  </a:lnTo>
                  <a:lnTo>
                    <a:pt x="446589" y="39746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13"/>
            <p:cNvSpPr/>
            <p:nvPr/>
          </p:nvSpPr>
          <p:spPr>
            <a:xfrm>
              <a:off x="4468725" y="1087913"/>
              <a:ext cx="468570" cy="328529"/>
            </a:xfrm>
            <a:custGeom>
              <a:rect b="b" l="l" r="r" t="t"/>
              <a:pathLst>
                <a:path extrusionOk="0" h="328529" w="468570">
                  <a:moveTo>
                    <a:pt x="69587" y="164066"/>
                  </a:moveTo>
                  <a:lnTo>
                    <a:pt x="0" y="0"/>
                  </a:lnTo>
                  <a:lnTo>
                    <a:pt x="468570" y="201929"/>
                  </a:lnTo>
                  <a:lnTo>
                    <a:pt x="427927" y="328530"/>
                  </a:lnTo>
                  <a:lnTo>
                    <a:pt x="69587" y="16406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13"/>
            <p:cNvSpPr/>
            <p:nvPr/>
          </p:nvSpPr>
          <p:spPr>
            <a:xfrm>
              <a:off x="4859530" y="1097086"/>
              <a:ext cx="265516" cy="319356"/>
            </a:xfrm>
            <a:custGeom>
              <a:rect b="b" l="l" r="r" t="t"/>
              <a:pathLst>
                <a:path extrusionOk="0" h="319356" w="265516">
                  <a:moveTo>
                    <a:pt x="0" y="158537"/>
                  </a:moveTo>
                  <a:lnTo>
                    <a:pt x="265517" y="0"/>
                  </a:lnTo>
                  <a:lnTo>
                    <a:pt x="253777" y="267958"/>
                  </a:lnTo>
                  <a:lnTo>
                    <a:pt x="37121" y="319357"/>
                  </a:lnTo>
                  <a:lnTo>
                    <a:pt x="0" y="15853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8" name="Google Shape;388;p13"/>
          <p:cNvGrpSpPr/>
          <p:nvPr/>
        </p:nvGrpSpPr>
        <p:grpSpPr>
          <a:xfrm flipH="1">
            <a:off x="10315651" y="5347469"/>
            <a:ext cx="1976801" cy="1979513"/>
            <a:chOff x="4593392" y="1441589"/>
            <a:chExt cx="1683243" cy="1685552"/>
          </a:xfrm>
        </p:grpSpPr>
        <p:sp>
          <p:nvSpPr>
            <p:cNvPr id="389" name="Google Shape;389;p13"/>
            <p:cNvSpPr/>
            <p:nvPr/>
          </p:nvSpPr>
          <p:spPr>
            <a:xfrm>
              <a:off x="4643547" y="1545109"/>
              <a:ext cx="1633088" cy="1582032"/>
            </a:xfrm>
            <a:custGeom>
              <a:rect b="b" l="l" r="r" t="t"/>
              <a:pathLst>
                <a:path extrusionOk="0" h="1582032" w="1653760">
                  <a:moveTo>
                    <a:pt x="1278115" y="0"/>
                  </a:moveTo>
                  <a:cubicBezTo>
                    <a:pt x="1278115" y="0"/>
                    <a:pt x="1326166" y="722772"/>
                    <a:pt x="1062795" y="991155"/>
                  </a:cubicBezTo>
                  <a:cubicBezTo>
                    <a:pt x="803634" y="1255283"/>
                    <a:pt x="237544" y="1176365"/>
                    <a:pt x="0" y="1110874"/>
                  </a:cubicBezTo>
                  <a:cubicBezTo>
                    <a:pt x="19836" y="1171940"/>
                    <a:pt x="287417" y="1421932"/>
                    <a:pt x="332756" y="1466433"/>
                  </a:cubicBezTo>
                  <a:cubicBezTo>
                    <a:pt x="554027" y="1683550"/>
                    <a:pt x="1001911" y="1585906"/>
                    <a:pt x="1333169" y="1248341"/>
                  </a:cubicBezTo>
                  <a:cubicBezTo>
                    <a:pt x="1664387" y="910771"/>
                    <a:pt x="1753405" y="461017"/>
                    <a:pt x="1532135" y="243900"/>
                  </a:cubicBezTo>
                  <a:cubicBezTo>
                    <a:pt x="1522176" y="234103"/>
                    <a:pt x="1278115" y="0"/>
                    <a:pt x="12781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13"/>
            <p:cNvSpPr/>
            <p:nvPr/>
          </p:nvSpPr>
          <p:spPr>
            <a:xfrm>
              <a:off x="4593392" y="1441589"/>
              <a:ext cx="1442681" cy="1453563"/>
            </a:xfrm>
            <a:custGeom>
              <a:rect b="b" l="l" r="r" t="t"/>
              <a:pathLst>
                <a:path extrusionOk="0" h="1453563" w="1442681">
                  <a:moveTo>
                    <a:pt x="994706" y="186"/>
                  </a:moveTo>
                  <a:cubicBezTo>
                    <a:pt x="780358" y="5452"/>
                    <a:pt x="527714" y="122670"/>
                    <a:pt x="320693" y="333650"/>
                  </a:cubicBezTo>
                  <a:cubicBezTo>
                    <a:pt x="-10525" y="671215"/>
                    <a:pt x="-99705" y="1120845"/>
                    <a:pt x="121606" y="1337962"/>
                  </a:cubicBezTo>
                  <a:cubicBezTo>
                    <a:pt x="342877" y="1555083"/>
                    <a:pt x="790761" y="1457438"/>
                    <a:pt x="1121979" y="1119869"/>
                  </a:cubicBezTo>
                  <a:cubicBezTo>
                    <a:pt x="1453196" y="782304"/>
                    <a:pt x="1542377" y="332675"/>
                    <a:pt x="1321106" y="115557"/>
                  </a:cubicBezTo>
                  <a:cubicBezTo>
                    <a:pt x="1238119" y="34137"/>
                    <a:pt x="1123315" y="-2976"/>
                    <a:pt x="994706" y="186"/>
                  </a:cubicBezTo>
                  <a:close/>
                  <a:moveTo>
                    <a:pt x="845573" y="399938"/>
                  </a:moveTo>
                  <a:cubicBezTo>
                    <a:pt x="903704" y="398509"/>
                    <a:pt x="955560" y="415256"/>
                    <a:pt x="993087" y="452058"/>
                  </a:cubicBezTo>
                  <a:cubicBezTo>
                    <a:pt x="1093075" y="550192"/>
                    <a:pt x="1052837" y="753501"/>
                    <a:pt x="903137" y="906079"/>
                  </a:cubicBezTo>
                  <a:cubicBezTo>
                    <a:pt x="753437" y="1058653"/>
                    <a:pt x="551031" y="1102762"/>
                    <a:pt x="451002" y="1004627"/>
                  </a:cubicBezTo>
                  <a:cubicBezTo>
                    <a:pt x="350973" y="906492"/>
                    <a:pt x="391252" y="703305"/>
                    <a:pt x="540951" y="550731"/>
                  </a:cubicBezTo>
                  <a:cubicBezTo>
                    <a:pt x="634503" y="455369"/>
                    <a:pt x="748701" y="402318"/>
                    <a:pt x="845573" y="39993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13"/>
            <p:cNvSpPr/>
            <p:nvPr/>
          </p:nvSpPr>
          <p:spPr>
            <a:xfrm>
              <a:off x="4986203" y="1827976"/>
              <a:ext cx="656440" cy="678044"/>
            </a:xfrm>
            <a:custGeom>
              <a:rect b="b" l="l" r="r" t="t"/>
              <a:pathLst>
                <a:path extrusionOk="0" h="656701" w="651553">
                  <a:moveTo>
                    <a:pt x="449336" y="84"/>
                  </a:moveTo>
                  <a:cubicBezTo>
                    <a:pt x="352424" y="2464"/>
                    <a:pt x="238267" y="55390"/>
                    <a:pt x="144714" y="150751"/>
                  </a:cubicBezTo>
                  <a:cubicBezTo>
                    <a:pt x="91400" y="205065"/>
                    <a:pt x="52336" y="265827"/>
                    <a:pt x="28169" y="325958"/>
                  </a:cubicBezTo>
                  <a:cubicBezTo>
                    <a:pt x="-15551" y="434735"/>
                    <a:pt x="-9641" y="541574"/>
                    <a:pt x="54765" y="604773"/>
                  </a:cubicBezTo>
                  <a:cubicBezTo>
                    <a:pt x="106662" y="655723"/>
                    <a:pt x="186289" y="667907"/>
                    <a:pt x="271704" y="646898"/>
                  </a:cubicBezTo>
                  <a:cubicBezTo>
                    <a:pt x="289759" y="567587"/>
                    <a:pt x="336150" y="482770"/>
                    <a:pt x="407964" y="409576"/>
                  </a:cubicBezTo>
                  <a:cubicBezTo>
                    <a:pt x="479899" y="336249"/>
                    <a:pt x="564019" y="288383"/>
                    <a:pt x="643120" y="268904"/>
                  </a:cubicBezTo>
                  <a:cubicBezTo>
                    <a:pt x="654819" y="217493"/>
                    <a:pt x="654495" y="168539"/>
                    <a:pt x="641217" y="126463"/>
                  </a:cubicBezTo>
                  <a:cubicBezTo>
                    <a:pt x="632311" y="98134"/>
                    <a:pt x="617900" y="72748"/>
                    <a:pt x="596930" y="52204"/>
                  </a:cubicBezTo>
                  <a:cubicBezTo>
                    <a:pt x="559445" y="15402"/>
                    <a:pt x="507467" y="-1345"/>
                    <a:pt x="449336" y="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2" name="Google Shape;392;p13"/>
          <p:cNvSpPr txBox="1"/>
          <p:nvPr>
            <p:ph type="title"/>
          </p:nvPr>
        </p:nvSpPr>
        <p:spPr>
          <a:xfrm>
            <a:off x="7393350" y="509800"/>
            <a:ext cx="4200000" cy="4679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93" name="Google Shape;393;p13"/>
          <p:cNvSpPr txBox="1"/>
          <p:nvPr>
            <p:ph idx="1" type="body"/>
          </p:nvPr>
        </p:nvSpPr>
        <p:spPr>
          <a:xfrm>
            <a:off x="598650" y="5491100"/>
            <a:ext cx="9555000" cy="1062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394" name="Google Shape;394;p13"/>
          <p:cNvSpPr txBox="1"/>
          <p:nvPr>
            <p:ph idx="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5" name="Google Shape;395;p13"/>
          <p:cNvSpPr/>
          <p:nvPr>
            <p:ph idx="3" type="pic"/>
          </p:nvPr>
        </p:nvSpPr>
        <p:spPr>
          <a:xfrm>
            <a:off x="598650" y="509800"/>
            <a:ext cx="6469500" cy="467940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and image right">
  <p:cSld name="ONE_COLUMN_TEXT_1_1"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4"/>
          <p:cNvSpPr txBox="1"/>
          <p:nvPr>
            <p:ph type="title"/>
          </p:nvPr>
        </p:nvSpPr>
        <p:spPr>
          <a:xfrm>
            <a:off x="636150" y="772250"/>
            <a:ext cx="5745600" cy="2332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74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98" name="Google Shape;398;p14"/>
          <p:cNvSpPr txBox="1"/>
          <p:nvPr>
            <p:ph idx="1" type="body"/>
          </p:nvPr>
        </p:nvSpPr>
        <p:spPr>
          <a:xfrm>
            <a:off x="636150" y="2971800"/>
            <a:ext cx="5745600" cy="272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55600" lvl="0" marL="4572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399" name="Google Shape;399;p1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0" name="Google Shape;400;p14"/>
          <p:cNvSpPr txBox="1"/>
          <p:nvPr>
            <p:ph idx="2" type="sldNum"/>
          </p:nvPr>
        </p:nvSpPr>
        <p:spPr>
          <a:xfrm flipH="1">
            <a:off x="2038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1" name="Google Shape;401;p14"/>
          <p:cNvSpPr/>
          <p:nvPr/>
        </p:nvSpPr>
        <p:spPr>
          <a:xfrm>
            <a:off x="247663" y="232339"/>
            <a:ext cx="607123" cy="607123"/>
          </a:xfrm>
          <a:custGeom>
            <a:rect b="b" l="l" r="r" t="t"/>
            <a:pathLst>
              <a:path extrusionOk="0" h="447236" w="447236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4"/>
          <p:cNvSpPr/>
          <p:nvPr/>
        </p:nvSpPr>
        <p:spPr>
          <a:xfrm>
            <a:off x="1052687" y="-461213"/>
            <a:ext cx="1181365" cy="1181368"/>
          </a:xfrm>
          <a:custGeom>
            <a:rect b="b" l="l" r="r" t="t"/>
            <a:pathLst>
              <a:path extrusionOk="0" h="1291113" w="1291109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3" name="Google Shape;403;p14"/>
          <p:cNvGrpSpPr/>
          <p:nvPr/>
        </p:nvGrpSpPr>
        <p:grpSpPr>
          <a:xfrm>
            <a:off x="-167544" y="4785465"/>
            <a:ext cx="770785" cy="561999"/>
            <a:chOff x="4468725" y="937901"/>
            <a:chExt cx="656322" cy="478541"/>
          </a:xfrm>
        </p:grpSpPr>
        <p:sp>
          <p:nvSpPr>
            <p:cNvPr id="404" name="Google Shape;404;p14"/>
            <p:cNvSpPr/>
            <p:nvPr/>
          </p:nvSpPr>
          <p:spPr>
            <a:xfrm>
              <a:off x="4469534" y="937901"/>
              <a:ext cx="655513" cy="397461"/>
            </a:xfrm>
            <a:custGeom>
              <a:rect b="b" l="l" r="r" t="t"/>
              <a:pathLst>
                <a:path extrusionOk="0" h="397461" w="655513">
                  <a:moveTo>
                    <a:pt x="446589" y="397461"/>
                  </a:moveTo>
                  <a:lnTo>
                    <a:pt x="59831" y="253036"/>
                  </a:lnTo>
                  <a:lnTo>
                    <a:pt x="0" y="152311"/>
                  </a:lnTo>
                  <a:lnTo>
                    <a:pt x="261347" y="0"/>
                  </a:lnTo>
                  <a:lnTo>
                    <a:pt x="655513" y="159184"/>
                  </a:lnTo>
                  <a:lnTo>
                    <a:pt x="446589" y="39746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14"/>
            <p:cNvSpPr/>
            <p:nvPr/>
          </p:nvSpPr>
          <p:spPr>
            <a:xfrm>
              <a:off x="4468725" y="1087913"/>
              <a:ext cx="468570" cy="328529"/>
            </a:xfrm>
            <a:custGeom>
              <a:rect b="b" l="l" r="r" t="t"/>
              <a:pathLst>
                <a:path extrusionOk="0" h="328529" w="468570">
                  <a:moveTo>
                    <a:pt x="69587" y="164066"/>
                  </a:moveTo>
                  <a:lnTo>
                    <a:pt x="0" y="0"/>
                  </a:lnTo>
                  <a:lnTo>
                    <a:pt x="468570" y="201929"/>
                  </a:lnTo>
                  <a:lnTo>
                    <a:pt x="427927" y="328530"/>
                  </a:lnTo>
                  <a:lnTo>
                    <a:pt x="69587" y="16406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14"/>
            <p:cNvSpPr/>
            <p:nvPr/>
          </p:nvSpPr>
          <p:spPr>
            <a:xfrm>
              <a:off x="4859530" y="1097086"/>
              <a:ext cx="265516" cy="319356"/>
            </a:xfrm>
            <a:custGeom>
              <a:rect b="b" l="l" r="r" t="t"/>
              <a:pathLst>
                <a:path extrusionOk="0" h="319356" w="265516">
                  <a:moveTo>
                    <a:pt x="0" y="158537"/>
                  </a:moveTo>
                  <a:lnTo>
                    <a:pt x="265517" y="0"/>
                  </a:lnTo>
                  <a:lnTo>
                    <a:pt x="253777" y="267958"/>
                  </a:lnTo>
                  <a:lnTo>
                    <a:pt x="37121" y="319357"/>
                  </a:lnTo>
                  <a:lnTo>
                    <a:pt x="0" y="15853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7" name="Google Shape;407;p14"/>
          <p:cNvGrpSpPr/>
          <p:nvPr/>
        </p:nvGrpSpPr>
        <p:grpSpPr>
          <a:xfrm>
            <a:off x="-167552" y="5347469"/>
            <a:ext cx="1976801" cy="1979513"/>
            <a:chOff x="4593392" y="1441589"/>
            <a:chExt cx="1683243" cy="1685552"/>
          </a:xfrm>
        </p:grpSpPr>
        <p:sp>
          <p:nvSpPr>
            <p:cNvPr id="408" name="Google Shape;408;p14"/>
            <p:cNvSpPr/>
            <p:nvPr/>
          </p:nvSpPr>
          <p:spPr>
            <a:xfrm>
              <a:off x="4643547" y="1545109"/>
              <a:ext cx="1633088" cy="1582032"/>
            </a:xfrm>
            <a:custGeom>
              <a:rect b="b" l="l" r="r" t="t"/>
              <a:pathLst>
                <a:path extrusionOk="0" h="1582032" w="1653760">
                  <a:moveTo>
                    <a:pt x="1278115" y="0"/>
                  </a:moveTo>
                  <a:cubicBezTo>
                    <a:pt x="1278115" y="0"/>
                    <a:pt x="1326166" y="722772"/>
                    <a:pt x="1062795" y="991155"/>
                  </a:cubicBezTo>
                  <a:cubicBezTo>
                    <a:pt x="803634" y="1255283"/>
                    <a:pt x="237544" y="1176365"/>
                    <a:pt x="0" y="1110874"/>
                  </a:cubicBezTo>
                  <a:cubicBezTo>
                    <a:pt x="19836" y="1171940"/>
                    <a:pt x="287417" y="1421932"/>
                    <a:pt x="332756" y="1466433"/>
                  </a:cubicBezTo>
                  <a:cubicBezTo>
                    <a:pt x="554027" y="1683550"/>
                    <a:pt x="1001911" y="1585906"/>
                    <a:pt x="1333169" y="1248341"/>
                  </a:cubicBezTo>
                  <a:cubicBezTo>
                    <a:pt x="1664387" y="910771"/>
                    <a:pt x="1753405" y="461017"/>
                    <a:pt x="1532135" y="243900"/>
                  </a:cubicBezTo>
                  <a:cubicBezTo>
                    <a:pt x="1522176" y="234103"/>
                    <a:pt x="1278115" y="0"/>
                    <a:pt x="12781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14"/>
            <p:cNvSpPr/>
            <p:nvPr/>
          </p:nvSpPr>
          <p:spPr>
            <a:xfrm>
              <a:off x="4593392" y="1441589"/>
              <a:ext cx="1442681" cy="1453563"/>
            </a:xfrm>
            <a:custGeom>
              <a:rect b="b" l="l" r="r" t="t"/>
              <a:pathLst>
                <a:path extrusionOk="0" h="1453563" w="1442681">
                  <a:moveTo>
                    <a:pt x="994706" y="186"/>
                  </a:moveTo>
                  <a:cubicBezTo>
                    <a:pt x="780358" y="5452"/>
                    <a:pt x="527714" y="122670"/>
                    <a:pt x="320693" y="333650"/>
                  </a:cubicBezTo>
                  <a:cubicBezTo>
                    <a:pt x="-10525" y="671215"/>
                    <a:pt x="-99705" y="1120845"/>
                    <a:pt x="121606" y="1337962"/>
                  </a:cubicBezTo>
                  <a:cubicBezTo>
                    <a:pt x="342877" y="1555083"/>
                    <a:pt x="790761" y="1457438"/>
                    <a:pt x="1121979" y="1119869"/>
                  </a:cubicBezTo>
                  <a:cubicBezTo>
                    <a:pt x="1453196" y="782304"/>
                    <a:pt x="1542377" y="332675"/>
                    <a:pt x="1321106" y="115557"/>
                  </a:cubicBezTo>
                  <a:cubicBezTo>
                    <a:pt x="1238119" y="34137"/>
                    <a:pt x="1123315" y="-2976"/>
                    <a:pt x="994706" y="186"/>
                  </a:cubicBezTo>
                  <a:close/>
                  <a:moveTo>
                    <a:pt x="845573" y="399938"/>
                  </a:moveTo>
                  <a:cubicBezTo>
                    <a:pt x="903704" y="398509"/>
                    <a:pt x="955560" y="415256"/>
                    <a:pt x="993087" y="452058"/>
                  </a:cubicBezTo>
                  <a:cubicBezTo>
                    <a:pt x="1093075" y="550192"/>
                    <a:pt x="1052837" y="753501"/>
                    <a:pt x="903137" y="906079"/>
                  </a:cubicBezTo>
                  <a:cubicBezTo>
                    <a:pt x="753437" y="1058653"/>
                    <a:pt x="551031" y="1102762"/>
                    <a:pt x="451002" y="1004627"/>
                  </a:cubicBezTo>
                  <a:cubicBezTo>
                    <a:pt x="350973" y="906492"/>
                    <a:pt x="391252" y="703305"/>
                    <a:pt x="540951" y="550731"/>
                  </a:cubicBezTo>
                  <a:cubicBezTo>
                    <a:pt x="634503" y="455369"/>
                    <a:pt x="748701" y="402318"/>
                    <a:pt x="845573" y="39993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14"/>
            <p:cNvSpPr/>
            <p:nvPr/>
          </p:nvSpPr>
          <p:spPr>
            <a:xfrm>
              <a:off x="4986203" y="1827976"/>
              <a:ext cx="656440" cy="678044"/>
            </a:xfrm>
            <a:custGeom>
              <a:rect b="b" l="l" r="r" t="t"/>
              <a:pathLst>
                <a:path extrusionOk="0" h="656701" w="651553">
                  <a:moveTo>
                    <a:pt x="449336" y="84"/>
                  </a:moveTo>
                  <a:cubicBezTo>
                    <a:pt x="352424" y="2464"/>
                    <a:pt x="238267" y="55390"/>
                    <a:pt x="144714" y="150751"/>
                  </a:cubicBezTo>
                  <a:cubicBezTo>
                    <a:pt x="91400" y="205065"/>
                    <a:pt x="52336" y="265827"/>
                    <a:pt x="28169" y="325958"/>
                  </a:cubicBezTo>
                  <a:cubicBezTo>
                    <a:pt x="-15551" y="434735"/>
                    <a:pt x="-9641" y="541574"/>
                    <a:pt x="54765" y="604773"/>
                  </a:cubicBezTo>
                  <a:cubicBezTo>
                    <a:pt x="106662" y="655723"/>
                    <a:pt x="186289" y="667907"/>
                    <a:pt x="271704" y="646898"/>
                  </a:cubicBezTo>
                  <a:cubicBezTo>
                    <a:pt x="289759" y="567587"/>
                    <a:pt x="336150" y="482770"/>
                    <a:pt x="407964" y="409576"/>
                  </a:cubicBezTo>
                  <a:cubicBezTo>
                    <a:pt x="479899" y="336249"/>
                    <a:pt x="564019" y="288383"/>
                    <a:pt x="643120" y="268904"/>
                  </a:cubicBezTo>
                  <a:cubicBezTo>
                    <a:pt x="654819" y="217493"/>
                    <a:pt x="654495" y="168539"/>
                    <a:pt x="641217" y="126463"/>
                  </a:cubicBezTo>
                  <a:cubicBezTo>
                    <a:pt x="632311" y="98134"/>
                    <a:pt x="617900" y="72748"/>
                    <a:pt x="596930" y="52204"/>
                  </a:cubicBezTo>
                  <a:cubicBezTo>
                    <a:pt x="559445" y="15402"/>
                    <a:pt x="507467" y="-1345"/>
                    <a:pt x="449336" y="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1" name="Google Shape;411;p14"/>
          <p:cNvSpPr/>
          <p:nvPr>
            <p:ph idx="3" type="pic"/>
          </p:nvPr>
        </p:nvSpPr>
        <p:spPr>
          <a:xfrm>
            <a:off x="6809375" y="320850"/>
            <a:ext cx="4984500" cy="621630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MAIN_POINT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5"/>
          <p:cNvSpPr txBox="1"/>
          <p:nvPr>
            <p:ph type="title"/>
          </p:nvPr>
        </p:nvSpPr>
        <p:spPr>
          <a:xfrm>
            <a:off x="683250" y="2674975"/>
            <a:ext cx="10825500" cy="2885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414" name="Google Shape;414;p1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5" name="Google Shape;415;p15"/>
          <p:cNvSpPr txBox="1"/>
          <p:nvPr>
            <p:ph idx="1" type="subTitle"/>
          </p:nvPr>
        </p:nvSpPr>
        <p:spPr>
          <a:xfrm>
            <a:off x="683250" y="5560063"/>
            <a:ext cx="10825500" cy="73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grpSp>
        <p:nvGrpSpPr>
          <p:cNvPr id="416" name="Google Shape;416;p15"/>
          <p:cNvGrpSpPr/>
          <p:nvPr/>
        </p:nvGrpSpPr>
        <p:grpSpPr>
          <a:xfrm flipH="1">
            <a:off x="9698297" y="237744"/>
            <a:ext cx="2245810" cy="2245752"/>
            <a:chOff x="4616075" y="1332525"/>
            <a:chExt cx="1915566" cy="1881022"/>
          </a:xfrm>
        </p:grpSpPr>
        <p:sp>
          <p:nvSpPr>
            <p:cNvPr id="417" name="Google Shape;417;p15"/>
            <p:cNvSpPr/>
            <p:nvPr/>
          </p:nvSpPr>
          <p:spPr>
            <a:xfrm>
              <a:off x="4616077" y="1332525"/>
              <a:ext cx="1912253" cy="4048"/>
            </a:xfrm>
            <a:custGeom>
              <a:rect b="b" l="l" r="r" t="t"/>
              <a:pathLst>
                <a:path extrusionOk="0" h="4048" w="1912253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15"/>
            <p:cNvSpPr/>
            <p:nvPr/>
          </p:nvSpPr>
          <p:spPr>
            <a:xfrm>
              <a:off x="4616077" y="1645356"/>
              <a:ext cx="1912253" cy="4048"/>
            </a:xfrm>
            <a:custGeom>
              <a:rect b="b" l="l" r="r" t="t"/>
              <a:pathLst>
                <a:path extrusionOk="0" h="4048" w="1912253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15"/>
            <p:cNvSpPr/>
            <p:nvPr/>
          </p:nvSpPr>
          <p:spPr>
            <a:xfrm>
              <a:off x="4616077" y="1958183"/>
              <a:ext cx="1912253" cy="4048"/>
            </a:xfrm>
            <a:custGeom>
              <a:rect b="b" l="l" r="r" t="t"/>
              <a:pathLst>
                <a:path extrusionOk="0" h="4048" w="1912253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15"/>
            <p:cNvSpPr/>
            <p:nvPr/>
          </p:nvSpPr>
          <p:spPr>
            <a:xfrm>
              <a:off x="4616077" y="2271014"/>
              <a:ext cx="1912253" cy="4048"/>
            </a:xfrm>
            <a:custGeom>
              <a:rect b="b" l="l" r="r" t="t"/>
              <a:pathLst>
                <a:path extrusionOk="0" h="4048" w="1912253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15"/>
            <p:cNvSpPr/>
            <p:nvPr/>
          </p:nvSpPr>
          <p:spPr>
            <a:xfrm>
              <a:off x="4616077" y="2583841"/>
              <a:ext cx="1912253" cy="4048"/>
            </a:xfrm>
            <a:custGeom>
              <a:rect b="b" l="l" r="r" t="t"/>
              <a:pathLst>
                <a:path extrusionOk="0" h="4048" w="1912253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15"/>
            <p:cNvSpPr/>
            <p:nvPr/>
          </p:nvSpPr>
          <p:spPr>
            <a:xfrm>
              <a:off x="4616077" y="2896672"/>
              <a:ext cx="1912253" cy="4048"/>
            </a:xfrm>
            <a:custGeom>
              <a:rect b="b" l="l" r="r" t="t"/>
              <a:pathLst>
                <a:path extrusionOk="0" h="4048" w="1912253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15"/>
            <p:cNvSpPr/>
            <p:nvPr/>
          </p:nvSpPr>
          <p:spPr>
            <a:xfrm>
              <a:off x="4616077" y="3209499"/>
              <a:ext cx="1912253" cy="4048"/>
            </a:xfrm>
            <a:custGeom>
              <a:rect b="b" l="l" r="r" t="t"/>
              <a:pathLst>
                <a:path extrusionOk="0" h="4048" w="1912253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15"/>
            <p:cNvSpPr/>
            <p:nvPr/>
          </p:nvSpPr>
          <p:spPr>
            <a:xfrm>
              <a:off x="4616075" y="1332525"/>
              <a:ext cx="4048" cy="1876973"/>
            </a:xfrm>
            <a:custGeom>
              <a:rect b="b" l="l" r="r" t="t"/>
              <a:pathLst>
                <a:path extrusionOk="0" h="1876973" w="4048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15"/>
            <p:cNvSpPr/>
            <p:nvPr/>
          </p:nvSpPr>
          <p:spPr>
            <a:xfrm>
              <a:off x="4941627" y="1332525"/>
              <a:ext cx="4048" cy="1876973"/>
            </a:xfrm>
            <a:custGeom>
              <a:rect b="b" l="l" r="r" t="t"/>
              <a:pathLst>
                <a:path extrusionOk="0" h="1876973" w="4048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15"/>
            <p:cNvSpPr/>
            <p:nvPr/>
          </p:nvSpPr>
          <p:spPr>
            <a:xfrm>
              <a:off x="5256733" y="1332525"/>
              <a:ext cx="4048" cy="1876973"/>
            </a:xfrm>
            <a:custGeom>
              <a:rect b="b" l="l" r="r" t="t"/>
              <a:pathLst>
                <a:path extrusionOk="0" h="1876973" w="4048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15"/>
            <p:cNvSpPr/>
            <p:nvPr/>
          </p:nvSpPr>
          <p:spPr>
            <a:xfrm>
              <a:off x="5571839" y="1332525"/>
              <a:ext cx="4048" cy="1876973"/>
            </a:xfrm>
            <a:custGeom>
              <a:rect b="b" l="l" r="r" t="t"/>
              <a:pathLst>
                <a:path extrusionOk="0" h="1876973" w="4048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15"/>
            <p:cNvSpPr/>
            <p:nvPr/>
          </p:nvSpPr>
          <p:spPr>
            <a:xfrm>
              <a:off x="5886945" y="1332525"/>
              <a:ext cx="4048" cy="1876973"/>
            </a:xfrm>
            <a:custGeom>
              <a:rect b="b" l="l" r="r" t="t"/>
              <a:pathLst>
                <a:path extrusionOk="0" h="1876973" w="4048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15"/>
            <p:cNvSpPr/>
            <p:nvPr/>
          </p:nvSpPr>
          <p:spPr>
            <a:xfrm>
              <a:off x="6202051" y="1332525"/>
              <a:ext cx="4048" cy="1876973"/>
            </a:xfrm>
            <a:custGeom>
              <a:rect b="b" l="l" r="r" t="t"/>
              <a:pathLst>
                <a:path extrusionOk="0" h="1876973" w="4048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15"/>
            <p:cNvSpPr/>
            <p:nvPr/>
          </p:nvSpPr>
          <p:spPr>
            <a:xfrm>
              <a:off x="6527594" y="1332525"/>
              <a:ext cx="4048" cy="1876973"/>
            </a:xfrm>
            <a:custGeom>
              <a:rect b="b" l="l" r="r" t="t"/>
              <a:pathLst>
                <a:path extrusionOk="0" h="1876973" w="4048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1" name="Google Shape;431;p15"/>
          <p:cNvSpPr/>
          <p:nvPr/>
        </p:nvSpPr>
        <p:spPr>
          <a:xfrm flipH="1">
            <a:off x="10430470" y="-361799"/>
            <a:ext cx="1019976" cy="1019979"/>
          </a:xfrm>
          <a:custGeom>
            <a:rect b="b" l="l" r="r" t="t"/>
            <a:pathLst>
              <a:path extrusionOk="0" h="1291113" w="1291109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2" name="Google Shape;432;p15"/>
          <p:cNvGrpSpPr/>
          <p:nvPr/>
        </p:nvGrpSpPr>
        <p:grpSpPr>
          <a:xfrm flipH="1">
            <a:off x="11173259" y="950815"/>
            <a:ext cx="770785" cy="561999"/>
            <a:chOff x="4468725" y="937901"/>
            <a:chExt cx="656322" cy="478541"/>
          </a:xfrm>
        </p:grpSpPr>
        <p:sp>
          <p:nvSpPr>
            <p:cNvPr id="433" name="Google Shape;433;p15"/>
            <p:cNvSpPr/>
            <p:nvPr/>
          </p:nvSpPr>
          <p:spPr>
            <a:xfrm>
              <a:off x="4469534" y="937901"/>
              <a:ext cx="655513" cy="397461"/>
            </a:xfrm>
            <a:custGeom>
              <a:rect b="b" l="l" r="r" t="t"/>
              <a:pathLst>
                <a:path extrusionOk="0" h="397461" w="655513">
                  <a:moveTo>
                    <a:pt x="446589" y="397461"/>
                  </a:moveTo>
                  <a:lnTo>
                    <a:pt x="59831" y="253036"/>
                  </a:lnTo>
                  <a:lnTo>
                    <a:pt x="0" y="152311"/>
                  </a:lnTo>
                  <a:lnTo>
                    <a:pt x="261347" y="0"/>
                  </a:lnTo>
                  <a:lnTo>
                    <a:pt x="655513" y="159184"/>
                  </a:lnTo>
                  <a:lnTo>
                    <a:pt x="446589" y="39746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15"/>
            <p:cNvSpPr/>
            <p:nvPr/>
          </p:nvSpPr>
          <p:spPr>
            <a:xfrm>
              <a:off x="4468725" y="1087913"/>
              <a:ext cx="468570" cy="328529"/>
            </a:xfrm>
            <a:custGeom>
              <a:rect b="b" l="l" r="r" t="t"/>
              <a:pathLst>
                <a:path extrusionOk="0" h="328529" w="468570">
                  <a:moveTo>
                    <a:pt x="69587" y="164066"/>
                  </a:moveTo>
                  <a:lnTo>
                    <a:pt x="0" y="0"/>
                  </a:lnTo>
                  <a:lnTo>
                    <a:pt x="468570" y="201929"/>
                  </a:lnTo>
                  <a:lnTo>
                    <a:pt x="427927" y="328530"/>
                  </a:lnTo>
                  <a:lnTo>
                    <a:pt x="69587" y="16406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15"/>
            <p:cNvSpPr/>
            <p:nvPr/>
          </p:nvSpPr>
          <p:spPr>
            <a:xfrm>
              <a:off x="4859530" y="1097086"/>
              <a:ext cx="265516" cy="319356"/>
            </a:xfrm>
            <a:custGeom>
              <a:rect b="b" l="l" r="r" t="t"/>
              <a:pathLst>
                <a:path extrusionOk="0" h="319356" w="265516">
                  <a:moveTo>
                    <a:pt x="0" y="158537"/>
                  </a:moveTo>
                  <a:lnTo>
                    <a:pt x="265517" y="0"/>
                  </a:lnTo>
                  <a:lnTo>
                    <a:pt x="253777" y="267958"/>
                  </a:lnTo>
                  <a:lnTo>
                    <a:pt x="37121" y="319357"/>
                  </a:lnTo>
                  <a:lnTo>
                    <a:pt x="0" y="15853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6" name="Google Shape;436;p15"/>
          <p:cNvGrpSpPr/>
          <p:nvPr/>
        </p:nvGrpSpPr>
        <p:grpSpPr>
          <a:xfrm flipH="1">
            <a:off x="8759551" y="242069"/>
            <a:ext cx="1976801" cy="1979513"/>
            <a:chOff x="4593392" y="1441589"/>
            <a:chExt cx="1683243" cy="1685552"/>
          </a:xfrm>
        </p:grpSpPr>
        <p:sp>
          <p:nvSpPr>
            <p:cNvPr id="437" name="Google Shape;437;p15"/>
            <p:cNvSpPr/>
            <p:nvPr/>
          </p:nvSpPr>
          <p:spPr>
            <a:xfrm>
              <a:off x="4643547" y="1545109"/>
              <a:ext cx="1633088" cy="1582032"/>
            </a:xfrm>
            <a:custGeom>
              <a:rect b="b" l="l" r="r" t="t"/>
              <a:pathLst>
                <a:path extrusionOk="0" h="1582032" w="1653760">
                  <a:moveTo>
                    <a:pt x="1278115" y="0"/>
                  </a:moveTo>
                  <a:cubicBezTo>
                    <a:pt x="1278115" y="0"/>
                    <a:pt x="1326166" y="722772"/>
                    <a:pt x="1062795" y="991155"/>
                  </a:cubicBezTo>
                  <a:cubicBezTo>
                    <a:pt x="803634" y="1255283"/>
                    <a:pt x="237544" y="1176365"/>
                    <a:pt x="0" y="1110874"/>
                  </a:cubicBezTo>
                  <a:cubicBezTo>
                    <a:pt x="19836" y="1171940"/>
                    <a:pt x="287417" y="1421932"/>
                    <a:pt x="332756" y="1466433"/>
                  </a:cubicBezTo>
                  <a:cubicBezTo>
                    <a:pt x="554027" y="1683550"/>
                    <a:pt x="1001911" y="1585906"/>
                    <a:pt x="1333169" y="1248341"/>
                  </a:cubicBezTo>
                  <a:cubicBezTo>
                    <a:pt x="1664387" y="910771"/>
                    <a:pt x="1753405" y="461017"/>
                    <a:pt x="1532135" y="243900"/>
                  </a:cubicBezTo>
                  <a:cubicBezTo>
                    <a:pt x="1522176" y="234103"/>
                    <a:pt x="1278115" y="0"/>
                    <a:pt x="12781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15"/>
            <p:cNvSpPr/>
            <p:nvPr/>
          </p:nvSpPr>
          <p:spPr>
            <a:xfrm>
              <a:off x="4593392" y="1441589"/>
              <a:ext cx="1442681" cy="1453563"/>
            </a:xfrm>
            <a:custGeom>
              <a:rect b="b" l="l" r="r" t="t"/>
              <a:pathLst>
                <a:path extrusionOk="0" h="1453563" w="1442681">
                  <a:moveTo>
                    <a:pt x="994706" y="186"/>
                  </a:moveTo>
                  <a:cubicBezTo>
                    <a:pt x="780358" y="5452"/>
                    <a:pt x="527714" y="122670"/>
                    <a:pt x="320693" y="333650"/>
                  </a:cubicBezTo>
                  <a:cubicBezTo>
                    <a:pt x="-10525" y="671215"/>
                    <a:pt x="-99705" y="1120845"/>
                    <a:pt x="121606" y="1337962"/>
                  </a:cubicBezTo>
                  <a:cubicBezTo>
                    <a:pt x="342877" y="1555083"/>
                    <a:pt x="790761" y="1457438"/>
                    <a:pt x="1121979" y="1119869"/>
                  </a:cubicBezTo>
                  <a:cubicBezTo>
                    <a:pt x="1453196" y="782304"/>
                    <a:pt x="1542377" y="332675"/>
                    <a:pt x="1321106" y="115557"/>
                  </a:cubicBezTo>
                  <a:cubicBezTo>
                    <a:pt x="1238119" y="34137"/>
                    <a:pt x="1123315" y="-2976"/>
                    <a:pt x="994706" y="186"/>
                  </a:cubicBezTo>
                  <a:close/>
                  <a:moveTo>
                    <a:pt x="845573" y="399938"/>
                  </a:moveTo>
                  <a:cubicBezTo>
                    <a:pt x="903704" y="398509"/>
                    <a:pt x="955560" y="415256"/>
                    <a:pt x="993087" y="452058"/>
                  </a:cubicBezTo>
                  <a:cubicBezTo>
                    <a:pt x="1093075" y="550192"/>
                    <a:pt x="1052837" y="753501"/>
                    <a:pt x="903137" y="906079"/>
                  </a:cubicBezTo>
                  <a:cubicBezTo>
                    <a:pt x="753437" y="1058653"/>
                    <a:pt x="551031" y="1102762"/>
                    <a:pt x="451002" y="1004627"/>
                  </a:cubicBezTo>
                  <a:cubicBezTo>
                    <a:pt x="350973" y="906492"/>
                    <a:pt x="391252" y="703305"/>
                    <a:pt x="540951" y="550731"/>
                  </a:cubicBezTo>
                  <a:cubicBezTo>
                    <a:pt x="634503" y="455369"/>
                    <a:pt x="748701" y="402318"/>
                    <a:pt x="845573" y="39993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15"/>
            <p:cNvSpPr/>
            <p:nvPr/>
          </p:nvSpPr>
          <p:spPr>
            <a:xfrm>
              <a:off x="4986203" y="1827976"/>
              <a:ext cx="656440" cy="678044"/>
            </a:xfrm>
            <a:custGeom>
              <a:rect b="b" l="l" r="r" t="t"/>
              <a:pathLst>
                <a:path extrusionOk="0" h="656701" w="651553">
                  <a:moveTo>
                    <a:pt x="449336" y="84"/>
                  </a:moveTo>
                  <a:cubicBezTo>
                    <a:pt x="352424" y="2464"/>
                    <a:pt x="238267" y="55390"/>
                    <a:pt x="144714" y="150751"/>
                  </a:cubicBezTo>
                  <a:cubicBezTo>
                    <a:pt x="91400" y="205065"/>
                    <a:pt x="52336" y="265827"/>
                    <a:pt x="28169" y="325958"/>
                  </a:cubicBezTo>
                  <a:cubicBezTo>
                    <a:pt x="-15551" y="434735"/>
                    <a:pt x="-9641" y="541574"/>
                    <a:pt x="54765" y="604773"/>
                  </a:cubicBezTo>
                  <a:cubicBezTo>
                    <a:pt x="106662" y="655723"/>
                    <a:pt x="186289" y="667907"/>
                    <a:pt x="271704" y="646898"/>
                  </a:cubicBezTo>
                  <a:cubicBezTo>
                    <a:pt x="289759" y="567587"/>
                    <a:pt x="336150" y="482770"/>
                    <a:pt x="407964" y="409576"/>
                  </a:cubicBezTo>
                  <a:cubicBezTo>
                    <a:pt x="479899" y="336249"/>
                    <a:pt x="564019" y="288383"/>
                    <a:pt x="643120" y="268904"/>
                  </a:cubicBezTo>
                  <a:cubicBezTo>
                    <a:pt x="654819" y="217493"/>
                    <a:pt x="654495" y="168539"/>
                    <a:pt x="641217" y="126463"/>
                  </a:cubicBezTo>
                  <a:cubicBezTo>
                    <a:pt x="632311" y="98134"/>
                    <a:pt x="617900" y="72748"/>
                    <a:pt x="596930" y="52204"/>
                  </a:cubicBezTo>
                  <a:cubicBezTo>
                    <a:pt x="559445" y="15402"/>
                    <a:pt x="507467" y="-1345"/>
                    <a:pt x="449336" y="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bg>
      <p:bgPr>
        <a:solidFill>
          <a:schemeClr val="dk1"/>
        </a:solidFill>
      </p:bgPr>
    </p:bg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1" name="Google Shape;441;p16"/>
          <p:cNvGrpSpPr/>
          <p:nvPr/>
        </p:nvGrpSpPr>
        <p:grpSpPr>
          <a:xfrm flipH="1">
            <a:off x="9469697" y="466344"/>
            <a:ext cx="2245810" cy="2245752"/>
            <a:chOff x="4616075" y="1332525"/>
            <a:chExt cx="1915566" cy="1881022"/>
          </a:xfrm>
        </p:grpSpPr>
        <p:sp>
          <p:nvSpPr>
            <p:cNvPr id="442" name="Google Shape;442;p16"/>
            <p:cNvSpPr/>
            <p:nvPr/>
          </p:nvSpPr>
          <p:spPr>
            <a:xfrm>
              <a:off x="4616077" y="1332525"/>
              <a:ext cx="1912253" cy="4048"/>
            </a:xfrm>
            <a:custGeom>
              <a:rect b="b" l="l" r="r" t="t"/>
              <a:pathLst>
                <a:path extrusionOk="0" h="4048" w="1912253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16"/>
            <p:cNvSpPr/>
            <p:nvPr/>
          </p:nvSpPr>
          <p:spPr>
            <a:xfrm>
              <a:off x="4616077" y="1645356"/>
              <a:ext cx="1912253" cy="4048"/>
            </a:xfrm>
            <a:custGeom>
              <a:rect b="b" l="l" r="r" t="t"/>
              <a:pathLst>
                <a:path extrusionOk="0" h="4048" w="1912253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16"/>
            <p:cNvSpPr/>
            <p:nvPr/>
          </p:nvSpPr>
          <p:spPr>
            <a:xfrm>
              <a:off x="4616077" y="1958183"/>
              <a:ext cx="1912253" cy="4048"/>
            </a:xfrm>
            <a:custGeom>
              <a:rect b="b" l="l" r="r" t="t"/>
              <a:pathLst>
                <a:path extrusionOk="0" h="4048" w="1912253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16"/>
            <p:cNvSpPr/>
            <p:nvPr/>
          </p:nvSpPr>
          <p:spPr>
            <a:xfrm>
              <a:off x="4616077" y="2271014"/>
              <a:ext cx="1912253" cy="4048"/>
            </a:xfrm>
            <a:custGeom>
              <a:rect b="b" l="l" r="r" t="t"/>
              <a:pathLst>
                <a:path extrusionOk="0" h="4048" w="1912253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16"/>
            <p:cNvSpPr/>
            <p:nvPr/>
          </p:nvSpPr>
          <p:spPr>
            <a:xfrm>
              <a:off x="4616077" y="2583841"/>
              <a:ext cx="1912253" cy="4048"/>
            </a:xfrm>
            <a:custGeom>
              <a:rect b="b" l="l" r="r" t="t"/>
              <a:pathLst>
                <a:path extrusionOk="0" h="4048" w="1912253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16"/>
            <p:cNvSpPr/>
            <p:nvPr/>
          </p:nvSpPr>
          <p:spPr>
            <a:xfrm>
              <a:off x="4616077" y="2896672"/>
              <a:ext cx="1912253" cy="4048"/>
            </a:xfrm>
            <a:custGeom>
              <a:rect b="b" l="l" r="r" t="t"/>
              <a:pathLst>
                <a:path extrusionOk="0" h="4048" w="1912253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16"/>
            <p:cNvSpPr/>
            <p:nvPr/>
          </p:nvSpPr>
          <p:spPr>
            <a:xfrm>
              <a:off x="4616077" y="3209499"/>
              <a:ext cx="1912253" cy="4048"/>
            </a:xfrm>
            <a:custGeom>
              <a:rect b="b" l="l" r="r" t="t"/>
              <a:pathLst>
                <a:path extrusionOk="0" h="4048" w="1912253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16"/>
            <p:cNvSpPr/>
            <p:nvPr/>
          </p:nvSpPr>
          <p:spPr>
            <a:xfrm>
              <a:off x="4616075" y="1332525"/>
              <a:ext cx="4048" cy="1876973"/>
            </a:xfrm>
            <a:custGeom>
              <a:rect b="b" l="l" r="r" t="t"/>
              <a:pathLst>
                <a:path extrusionOk="0" h="1876973" w="4048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16"/>
            <p:cNvSpPr/>
            <p:nvPr/>
          </p:nvSpPr>
          <p:spPr>
            <a:xfrm>
              <a:off x="4941627" y="1332525"/>
              <a:ext cx="4048" cy="1876973"/>
            </a:xfrm>
            <a:custGeom>
              <a:rect b="b" l="l" r="r" t="t"/>
              <a:pathLst>
                <a:path extrusionOk="0" h="1876973" w="4048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16"/>
            <p:cNvSpPr/>
            <p:nvPr/>
          </p:nvSpPr>
          <p:spPr>
            <a:xfrm>
              <a:off x="5256733" y="1332525"/>
              <a:ext cx="4048" cy="1876973"/>
            </a:xfrm>
            <a:custGeom>
              <a:rect b="b" l="l" r="r" t="t"/>
              <a:pathLst>
                <a:path extrusionOk="0" h="1876973" w="4048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16"/>
            <p:cNvSpPr/>
            <p:nvPr/>
          </p:nvSpPr>
          <p:spPr>
            <a:xfrm>
              <a:off x="5571839" y="1332525"/>
              <a:ext cx="4048" cy="1876973"/>
            </a:xfrm>
            <a:custGeom>
              <a:rect b="b" l="l" r="r" t="t"/>
              <a:pathLst>
                <a:path extrusionOk="0" h="1876973" w="4048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16"/>
            <p:cNvSpPr/>
            <p:nvPr/>
          </p:nvSpPr>
          <p:spPr>
            <a:xfrm>
              <a:off x="5886945" y="1332525"/>
              <a:ext cx="4048" cy="1876973"/>
            </a:xfrm>
            <a:custGeom>
              <a:rect b="b" l="l" r="r" t="t"/>
              <a:pathLst>
                <a:path extrusionOk="0" h="1876973" w="4048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16"/>
            <p:cNvSpPr/>
            <p:nvPr/>
          </p:nvSpPr>
          <p:spPr>
            <a:xfrm>
              <a:off x="6202051" y="1332525"/>
              <a:ext cx="4048" cy="1876973"/>
            </a:xfrm>
            <a:custGeom>
              <a:rect b="b" l="l" r="r" t="t"/>
              <a:pathLst>
                <a:path extrusionOk="0" h="1876973" w="4048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16"/>
            <p:cNvSpPr/>
            <p:nvPr/>
          </p:nvSpPr>
          <p:spPr>
            <a:xfrm>
              <a:off x="6527594" y="1332525"/>
              <a:ext cx="4048" cy="1876973"/>
            </a:xfrm>
            <a:custGeom>
              <a:rect b="b" l="l" r="r" t="t"/>
              <a:pathLst>
                <a:path extrusionOk="0" h="1876973" w="4048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6" name="Google Shape;456;p16"/>
          <p:cNvSpPr/>
          <p:nvPr/>
        </p:nvSpPr>
        <p:spPr>
          <a:xfrm flipH="1">
            <a:off x="10201870" y="-133199"/>
            <a:ext cx="1019976" cy="1019979"/>
          </a:xfrm>
          <a:custGeom>
            <a:rect b="b" l="l" r="r" t="t"/>
            <a:pathLst>
              <a:path extrusionOk="0" h="1291113" w="1291109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7" name="Google Shape;457;p16"/>
          <p:cNvGrpSpPr/>
          <p:nvPr/>
        </p:nvGrpSpPr>
        <p:grpSpPr>
          <a:xfrm flipH="1">
            <a:off x="10944659" y="1179415"/>
            <a:ext cx="770785" cy="561999"/>
            <a:chOff x="4468725" y="937901"/>
            <a:chExt cx="656322" cy="478541"/>
          </a:xfrm>
        </p:grpSpPr>
        <p:sp>
          <p:nvSpPr>
            <p:cNvPr id="458" name="Google Shape;458;p16"/>
            <p:cNvSpPr/>
            <p:nvPr/>
          </p:nvSpPr>
          <p:spPr>
            <a:xfrm>
              <a:off x="4469534" y="937901"/>
              <a:ext cx="655513" cy="397461"/>
            </a:xfrm>
            <a:custGeom>
              <a:rect b="b" l="l" r="r" t="t"/>
              <a:pathLst>
                <a:path extrusionOk="0" h="397461" w="655513">
                  <a:moveTo>
                    <a:pt x="446589" y="397461"/>
                  </a:moveTo>
                  <a:lnTo>
                    <a:pt x="59831" y="253036"/>
                  </a:lnTo>
                  <a:lnTo>
                    <a:pt x="0" y="152311"/>
                  </a:lnTo>
                  <a:lnTo>
                    <a:pt x="261347" y="0"/>
                  </a:lnTo>
                  <a:lnTo>
                    <a:pt x="655513" y="159184"/>
                  </a:lnTo>
                  <a:lnTo>
                    <a:pt x="446589" y="39746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16"/>
            <p:cNvSpPr/>
            <p:nvPr/>
          </p:nvSpPr>
          <p:spPr>
            <a:xfrm>
              <a:off x="4468725" y="1087913"/>
              <a:ext cx="468570" cy="328529"/>
            </a:xfrm>
            <a:custGeom>
              <a:rect b="b" l="l" r="r" t="t"/>
              <a:pathLst>
                <a:path extrusionOk="0" h="328529" w="468570">
                  <a:moveTo>
                    <a:pt x="69587" y="164066"/>
                  </a:moveTo>
                  <a:lnTo>
                    <a:pt x="0" y="0"/>
                  </a:lnTo>
                  <a:lnTo>
                    <a:pt x="468570" y="201929"/>
                  </a:lnTo>
                  <a:lnTo>
                    <a:pt x="427927" y="328530"/>
                  </a:lnTo>
                  <a:lnTo>
                    <a:pt x="69587" y="164066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16"/>
            <p:cNvSpPr/>
            <p:nvPr/>
          </p:nvSpPr>
          <p:spPr>
            <a:xfrm>
              <a:off x="4859530" y="1097086"/>
              <a:ext cx="265516" cy="319356"/>
            </a:xfrm>
            <a:custGeom>
              <a:rect b="b" l="l" r="r" t="t"/>
              <a:pathLst>
                <a:path extrusionOk="0" h="319356" w="265516">
                  <a:moveTo>
                    <a:pt x="0" y="158537"/>
                  </a:moveTo>
                  <a:lnTo>
                    <a:pt x="265517" y="0"/>
                  </a:lnTo>
                  <a:lnTo>
                    <a:pt x="253777" y="267958"/>
                  </a:lnTo>
                  <a:lnTo>
                    <a:pt x="37121" y="319357"/>
                  </a:lnTo>
                  <a:lnTo>
                    <a:pt x="0" y="15853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1" name="Google Shape;461;p16"/>
          <p:cNvGrpSpPr/>
          <p:nvPr/>
        </p:nvGrpSpPr>
        <p:grpSpPr>
          <a:xfrm>
            <a:off x="8530951" y="470669"/>
            <a:ext cx="1976801" cy="1979513"/>
            <a:chOff x="8530951" y="470669"/>
            <a:chExt cx="1976801" cy="1979513"/>
          </a:xfrm>
        </p:grpSpPr>
        <p:sp>
          <p:nvSpPr>
            <p:cNvPr id="462" name="Google Shape;462;p16"/>
            <p:cNvSpPr/>
            <p:nvPr/>
          </p:nvSpPr>
          <p:spPr>
            <a:xfrm flipH="1">
              <a:off x="8530951" y="592244"/>
              <a:ext cx="1917899" cy="1857938"/>
            </a:xfrm>
            <a:custGeom>
              <a:rect b="b" l="l" r="r" t="t"/>
              <a:pathLst>
                <a:path extrusionOk="0" h="1582032" w="1653760">
                  <a:moveTo>
                    <a:pt x="1278115" y="0"/>
                  </a:moveTo>
                  <a:cubicBezTo>
                    <a:pt x="1278115" y="0"/>
                    <a:pt x="1326166" y="722772"/>
                    <a:pt x="1062795" y="991155"/>
                  </a:cubicBezTo>
                  <a:cubicBezTo>
                    <a:pt x="803634" y="1255283"/>
                    <a:pt x="237544" y="1176365"/>
                    <a:pt x="0" y="1110874"/>
                  </a:cubicBezTo>
                  <a:cubicBezTo>
                    <a:pt x="19836" y="1171940"/>
                    <a:pt x="287417" y="1421932"/>
                    <a:pt x="332756" y="1466433"/>
                  </a:cubicBezTo>
                  <a:cubicBezTo>
                    <a:pt x="554027" y="1683550"/>
                    <a:pt x="1001911" y="1585906"/>
                    <a:pt x="1333169" y="1248341"/>
                  </a:cubicBezTo>
                  <a:cubicBezTo>
                    <a:pt x="1664387" y="910771"/>
                    <a:pt x="1753405" y="461017"/>
                    <a:pt x="1532135" y="243900"/>
                  </a:cubicBezTo>
                  <a:cubicBezTo>
                    <a:pt x="1522176" y="234103"/>
                    <a:pt x="1278115" y="0"/>
                    <a:pt x="127811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16"/>
            <p:cNvSpPr/>
            <p:nvPr/>
          </p:nvSpPr>
          <p:spPr>
            <a:xfrm flipH="1">
              <a:off x="9275512" y="924442"/>
              <a:ext cx="770923" cy="796295"/>
            </a:xfrm>
            <a:custGeom>
              <a:rect b="b" l="l" r="r" t="t"/>
              <a:pathLst>
                <a:path extrusionOk="0" h="656701" w="651553">
                  <a:moveTo>
                    <a:pt x="449336" y="84"/>
                  </a:moveTo>
                  <a:cubicBezTo>
                    <a:pt x="352424" y="2464"/>
                    <a:pt x="238267" y="55390"/>
                    <a:pt x="144714" y="150751"/>
                  </a:cubicBezTo>
                  <a:cubicBezTo>
                    <a:pt x="91400" y="205065"/>
                    <a:pt x="52336" y="265827"/>
                    <a:pt x="28169" y="325958"/>
                  </a:cubicBezTo>
                  <a:cubicBezTo>
                    <a:pt x="-15551" y="434735"/>
                    <a:pt x="-9641" y="541574"/>
                    <a:pt x="54765" y="604773"/>
                  </a:cubicBezTo>
                  <a:cubicBezTo>
                    <a:pt x="106662" y="655723"/>
                    <a:pt x="186289" y="667907"/>
                    <a:pt x="271704" y="646898"/>
                  </a:cubicBezTo>
                  <a:cubicBezTo>
                    <a:pt x="289759" y="567587"/>
                    <a:pt x="336150" y="482770"/>
                    <a:pt x="407964" y="409576"/>
                  </a:cubicBezTo>
                  <a:cubicBezTo>
                    <a:pt x="479899" y="336249"/>
                    <a:pt x="564019" y="288383"/>
                    <a:pt x="643120" y="268904"/>
                  </a:cubicBezTo>
                  <a:cubicBezTo>
                    <a:pt x="654819" y="217493"/>
                    <a:pt x="654495" y="168539"/>
                    <a:pt x="641217" y="126463"/>
                  </a:cubicBezTo>
                  <a:cubicBezTo>
                    <a:pt x="632311" y="98134"/>
                    <a:pt x="617900" y="72748"/>
                    <a:pt x="596930" y="52204"/>
                  </a:cubicBezTo>
                  <a:cubicBezTo>
                    <a:pt x="559445" y="15402"/>
                    <a:pt x="507467" y="-1345"/>
                    <a:pt x="449336" y="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16"/>
            <p:cNvSpPr/>
            <p:nvPr/>
          </p:nvSpPr>
          <p:spPr>
            <a:xfrm flipH="1">
              <a:off x="8813467" y="470669"/>
              <a:ext cx="1694285" cy="1707064"/>
            </a:xfrm>
            <a:custGeom>
              <a:rect b="b" l="l" r="r" t="t"/>
              <a:pathLst>
                <a:path extrusionOk="0" h="1453563" w="1442681">
                  <a:moveTo>
                    <a:pt x="994706" y="186"/>
                  </a:moveTo>
                  <a:cubicBezTo>
                    <a:pt x="780358" y="5452"/>
                    <a:pt x="527714" y="122670"/>
                    <a:pt x="320693" y="333650"/>
                  </a:cubicBezTo>
                  <a:cubicBezTo>
                    <a:pt x="-10525" y="671215"/>
                    <a:pt x="-99705" y="1120845"/>
                    <a:pt x="121606" y="1337962"/>
                  </a:cubicBezTo>
                  <a:cubicBezTo>
                    <a:pt x="342877" y="1555083"/>
                    <a:pt x="790761" y="1457438"/>
                    <a:pt x="1121979" y="1119869"/>
                  </a:cubicBezTo>
                  <a:cubicBezTo>
                    <a:pt x="1453196" y="782304"/>
                    <a:pt x="1542377" y="332675"/>
                    <a:pt x="1321106" y="115557"/>
                  </a:cubicBezTo>
                  <a:cubicBezTo>
                    <a:pt x="1238119" y="34137"/>
                    <a:pt x="1123315" y="-2976"/>
                    <a:pt x="994706" y="186"/>
                  </a:cubicBezTo>
                  <a:close/>
                  <a:moveTo>
                    <a:pt x="845573" y="399938"/>
                  </a:moveTo>
                  <a:cubicBezTo>
                    <a:pt x="903704" y="398509"/>
                    <a:pt x="955560" y="415256"/>
                    <a:pt x="993087" y="452058"/>
                  </a:cubicBezTo>
                  <a:cubicBezTo>
                    <a:pt x="1093075" y="550192"/>
                    <a:pt x="1052837" y="753501"/>
                    <a:pt x="903137" y="906079"/>
                  </a:cubicBezTo>
                  <a:cubicBezTo>
                    <a:pt x="753437" y="1058653"/>
                    <a:pt x="551031" y="1102762"/>
                    <a:pt x="451002" y="1004627"/>
                  </a:cubicBezTo>
                  <a:cubicBezTo>
                    <a:pt x="350973" y="906492"/>
                    <a:pt x="391252" y="703305"/>
                    <a:pt x="540951" y="550731"/>
                  </a:cubicBezTo>
                  <a:cubicBezTo>
                    <a:pt x="634503" y="455369"/>
                    <a:pt x="748701" y="402318"/>
                    <a:pt x="845573" y="39993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5" name="Google Shape;465;p16"/>
          <p:cNvSpPr/>
          <p:nvPr/>
        </p:nvSpPr>
        <p:spPr>
          <a:xfrm flipH="1">
            <a:off x="9900616" y="4564864"/>
            <a:ext cx="607123" cy="607123"/>
          </a:xfrm>
          <a:custGeom>
            <a:rect b="b" l="l" r="r" t="t"/>
            <a:pathLst>
              <a:path extrusionOk="0" h="447236" w="447236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6"/>
          <p:cNvSpPr/>
          <p:nvPr/>
        </p:nvSpPr>
        <p:spPr>
          <a:xfrm flipH="1">
            <a:off x="10104690" y="6053869"/>
            <a:ext cx="1730086" cy="1730091"/>
          </a:xfrm>
          <a:custGeom>
            <a:rect b="b" l="l" r="r" t="t"/>
            <a:pathLst>
              <a:path extrusionOk="0" h="1291113" w="1291109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7" name="Google Shape;467;p16"/>
          <p:cNvGrpSpPr/>
          <p:nvPr/>
        </p:nvGrpSpPr>
        <p:grpSpPr>
          <a:xfrm rot="-868522">
            <a:off x="9757601" y="2760294"/>
            <a:ext cx="1908525" cy="1591316"/>
            <a:chOff x="3790450" y="2922745"/>
            <a:chExt cx="1228275" cy="1024111"/>
          </a:xfrm>
        </p:grpSpPr>
        <p:sp>
          <p:nvSpPr>
            <p:cNvPr id="468" name="Google Shape;468;p16"/>
            <p:cNvSpPr/>
            <p:nvPr/>
          </p:nvSpPr>
          <p:spPr>
            <a:xfrm>
              <a:off x="3790450" y="2942602"/>
              <a:ext cx="1220561" cy="1004254"/>
            </a:xfrm>
            <a:custGeom>
              <a:rect b="b" l="l" r="r" t="t"/>
              <a:pathLst>
                <a:path extrusionOk="0" h="1004254" w="1220561">
                  <a:moveTo>
                    <a:pt x="207279" y="0"/>
                  </a:moveTo>
                  <a:lnTo>
                    <a:pt x="17224" y="276831"/>
                  </a:lnTo>
                  <a:lnTo>
                    <a:pt x="17600" y="277090"/>
                  </a:lnTo>
                  <a:cubicBezTo>
                    <a:pt x="14139" y="279899"/>
                    <a:pt x="10694" y="282725"/>
                    <a:pt x="8241" y="286328"/>
                  </a:cubicBezTo>
                  <a:cubicBezTo>
                    <a:pt x="-42239" y="360421"/>
                    <a:pt x="144416" y="575627"/>
                    <a:pt x="425186" y="766921"/>
                  </a:cubicBezTo>
                  <a:cubicBezTo>
                    <a:pt x="705963" y="958211"/>
                    <a:pt x="974597" y="1053168"/>
                    <a:pt x="1025077" y="979071"/>
                  </a:cubicBezTo>
                  <a:cubicBezTo>
                    <a:pt x="1025523" y="978432"/>
                    <a:pt x="1025603" y="977590"/>
                    <a:pt x="1026008" y="976934"/>
                  </a:cubicBezTo>
                  <a:lnTo>
                    <a:pt x="1027870" y="978221"/>
                  </a:lnTo>
                  <a:lnTo>
                    <a:pt x="1220561" y="700799"/>
                  </a:lnTo>
                  <a:lnTo>
                    <a:pt x="20727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16"/>
            <p:cNvSpPr/>
            <p:nvPr/>
          </p:nvSpPr>
          <p:spPr>
            <a:xfrm>
              <a:off x="3985489" y="2922745"/>
              <a:ext cx="1033236" cy="743083"/>
            </a:xfrm>
            <a:custGeom>
              <a:rect b="b" l="l" r="r" t="t"/>
              <a:pathLst>
                <a:path extrusionOk="0" h="743083" w="1033236">
                  <a:moveTo>
                    <a:pt x="8241" y="25176"/>
                  </a:moveTo>
                  <a:cubicBezTo>
                    <a:pt x="58721" y="-48921"/>
                    <a:pt x="327261" y="46085"/>
                    <a:pt x="608039" y="237379"/>
                  </a:cubicBezTo>
                  <a:cubicBezTo>
                    <a:pt x="888817" y="428669"/>
                    <a:pt x="1075476" y="643811"/>
                    <a:pt x="1024996" y="717908"/>
                  </a:cubicBezTo>
                  <a:cubicBezTo>
                    <a:pt x="974516" y="792005"/>
                    <a:pt x="706004" y="696995"/>
                    <a:pt x="425226" y="505705"/>
                  </a:cubicBezTo>
                  <a:cubicBezTo>
                    <a:pt x="144448" y="314411"/>
                    <a:pt x="-42243" y="99273"/>
                    <a:pt x="8241" y="2517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16"/>
            <p:cNvSpPr/>
            <p:nvPr/>
          </p:nvSpPr>
          <p:spPr>
            <a:xfrm>
              <a:off x="4272537" y="3126827"/>
              <a:ext cx="459128" cy="334918"/>
            </a:xfrm>
            <a:custGeom>
              <a:rect b="b" l="l" r="r" t="t"/>
              <a:pathLst>
                <a:path extrusionOk="0" h="334918" w="459128">
                  <a:moveTo>
                    <a:pt x="3699" y="10708"/>
                  </a:moveTo>
                  <a:cubicBezTo>
                    <a:pt x="26247" y="-21762"/>
                    <a:pt x="145626" y="22096"/>
                    <a:pt x="270389" y="108669"/>
                  </a:cubicBezTo>
                  <a:cubicBezTo>
                    <a:pt x="395112" y="195242"/>
                    <a:pt x="477977" y="291741"/>
                    <a:pt x="455429" y="324211"/>
                  </a:cubicBezTo>
                  <a:cubicBezTo>
                    <a:pt x="432922" y="356681"/>
                    <a:pt x="313543" y="312820"/>
                    <a:pt x="188779" y="226251"/>
                  </a:cubicBezTo>
                  <a:cubicBezTo>
                    <a:pt x="64016" y="139677"/>
                    <a:pt x="-18849" y="43174"/>
                    <a:pt x="3699" y="107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1" name="Google Shape;471;p16"/>
          <p:cNvSpPr/>
          <p:nvPr/>
        </p:nvSpPr>
        <p:spPr>
          <a:xfrm flipH="1">
            <a:off x="10755917" y="4564885"/>
            <a:ext cx="1148278" cy="1148278"/>
          </a:xfrm>
          <a:custGeom>
            <a:rect b="b" l="l" r="r" t="t"/>
            <a:pathLst>
              <a:path extrusionOk="0" h="447236" w="447236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6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400"/>
              <a:buNone/>
              <a:defRPr sz="12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473" name="Google Shape;473;p1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image with Caption">
  <p:cSld name="CAPTION_ONLY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7"/>
          <p:cNvSpPr/>
          <p:nvPr>
            <p:ph idx="2" type="pic"/>
          </p:nvPr>
        </p:nvSpPr>
        <p:spPr>
          <a:xfrm>
            <a:off x="1875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76" name="Google Shape;476;p17"/>
          <p:cNvSpPr txBox="1"/>
          <p:nvPr>
            <p:ph idx="1" type="body"/>
          </p:nvPr>
        </p:nvSpPr>
        <p:spPr>
          <a:xfrm>
            <a:off x="415600" y="4991107"/>
            <a:ext cx="7998300" cy="1456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4900">
                <a:solidFill>
                  <a:schemeClr val="accent2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</a:lstStyle>
          <a:p/>
        </p:txBody>
      </p:sp>
      <p:sp>
        <p:nvSpPr>
          <p:cNvPr id="477" name="Google Shape;477;p1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0" name="Google Shape;480;p18"/>
          <p:cNvSpPr/>
          <p:nvPr/>
        </p:nvSpPr>
        <p:spPr>
          <a:xfrm flipH="1">
            <a:off x="11270114" y="232339"/>
            <a:ext cx="607123" cy="607123"/>
          </a:xfrm>
          <a:custGeom>
            <a:rect b="b" l="l" r="r" t="t"/>
            <a:pathLst>
              <a:path extrusionOk="0" h="447236" w="447236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8"/>
          <p:cNvSpPr/>
          <p:nvPr/>
        </p:nvSpPr>
        <p:spPr>
          <a:xfrm flipH="1">
            <a:off x="9890848" y="-461213"/>
            <a:ext cx="1181365" cy="1181368"/>
          </a:xfrm>
          <a:custGeom>
            <a:rect b="b" l="l" r="r" t="t"/>
            <a:pathLst>
              <a:path extrusionOk="0" h="1291113" w="1291109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8"/>
          <p:cNvSpPr/>
          <p:nvPr/>
        </p:nvSpPr>
        <p:spPr>
          <a:xfrm flipH="1">
            <a:off x="365415" y="5863369"/>
            <a:ext cx="1730086" cy="1730091"/>
          </a:xfrm>
          <a:custGeom>
            <a:rect b="b" l="l" r="r" t="t"/>
            <a:pathLst>
              <a:path extrusionOk="0" h="1291113" w="1291109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3" name="Google Shape;483;p18"/>
          <p:cNvGrpSpPr/>
          <p:nvPr/>
        </p:nvGrpSpPr>
        <p:grpSpPr>
          <a:xfrm flipH="1">
            <a:off x="11521659" y="4785465"/>
            <a:ext cx="770785" cy="561999"/>
            <a:chOff x="4468725" y="937901"/>
            <a:chExt cx="656322" cy="478541"/>
          </a:xfrm>
        </p:grpSpPr>
        <p:sp>
          <p:nvSpPr>
            <p:cNvPr id="484" name="Google Shape;484;p18"/>
            <p:cNvSpPr/>
            <p:nvPr/>
          </p:nvSpPr>
          <p:spPr>
            <a:xfrm>
              <a:off x="4469534" y="937901"/>
              <a:ext cx="655513" cy="397461"/>
            </a:xfrm>
            <a:custGeom>
              <a:rect b="b" l="l" r="r" t="t"/>
              <a:pathLst>
                <a:path extrusionOk="0" h="397461" w="655513">
                  <a:moveTo>
                    <a:pt x="446589" y="397461"/>
                  </a:moveTo>
                  <a:lnTo>
                    <a:pt x="59831" y="253036"/>
                  </a:lnTo>
                  <a:lnTo>
                    <a:pt x="0" y="152311"/>
                  </a:lnTo>
                  <a:lnTo>
                    <a:pt x="261347" y="0"/>
                  </a:lnTo>
                  <a:lnTo>
                    <a:pt x="655513" y="159184"/>
                  </a:lnTo>
                  <a:lnTo>
                    <a:pt x="446589" y="39746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18"/>
            <p:cNvSpPr/>
            <p:nvPr/>
          </p:nvSpPr>
          <p:spPr>
            <a:xfrm>
              <a:off x="4468725" y="1087913"/>
              <a:ext cx="468570" cy="328529"/>
            </a:xfrm>
            <a:custGeom>
              <a:rect b="b" l="l" r="r" t="t"/>
              <a:pathLst>
                <a:path extrusionOk="0" h="328529" w="468570">
                  <a:moveTo>
                    <a:pt x="69587" y="164066"/>
                  </a:moveTo>
                  <a:lnTo>
                    <a:pt x="0" y="0"/>
                  </a:lnTo>
                  <a:lnTo>
                    <a:pt x="468570" y="201929"/>
                  </a:lnTo>
                  <a:lnTo>
                    <a:pt x="427927" y="328530"/>
                  </a:lnTo>
                  <a:lnTo>
                    <a:pt x="69587" y="164066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18"/>
            <p:cNvSpPr/>
            <p:nvPr/>
          </p:nvSpPr>
          <p:spPr>
            <a:xfrm>
              <a:off x="4859530" y="1097086"/>
              <a:ext cx="265516" cy="319356"/>
            </a:xfrm>
            <a:custGeom>
              <a:rect b="b" l="l" r="r" t="t"/>
              <a:pathLst>
                <a:path extrusionOk="0" h="319356" w="265516">
                  <a:moveTo>
                    <a:pt x="0" y="158537"/>
                  </a:moveTo>
                  <a:lnTo>
                    <a:pt x="265517" y="0"/>
                  </a:lnTo>
                  <a:lnTo>
                    <a:pt x="253777" y="267958"/>
                  </a:lnTo>
                  <a:lnTo>
                    <a:pt x="37121" y="319357"/>
                  </a:lnTo>
                  <a:lnTo>
                    <a:pt x="0" y="15853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7" name="Google Shape;487;p18"/>
          <p:cNvGrpSpPr/>
          <p:nvPr/>
        </p:nvGrpSpPr>
        <p:grpSpPr>
          <a:xfrm flipH="1">
            <a:off x="10315651" y="5347469"/>
            <a:ext cx="1976801" cy="1979513"/>
            <a:chOff x="4593392" y="1441589"/>
            <a:chExt cx="1683243" cy="1685552"/>
          </a:xfrm>
        </p:grpSpPr>
        <p:sp>
          <p:nvSpPr>
            <p:cNvPr id="488" name="Google Shape;488;p18"/>
            <p:cNvSpPr/>
            <p:nvPr/>
          </p:nvSpPr>
          <p:spPr>
            <a:xfrm>
              <a:off x="4643547" y="1545109"/>
              <a:ext cx="1633088" cy="1582032"/>
            </a:xfrm>
            <a:custGeom>
              <a:rect b="b" l="l" r="r" t="t"/>
              <a:pathLst>
                <a:path extrusionOk="0" h="1582032" w="1653760">
                  <a:moveTo>
                    <a:pt x="1278115" y="0"/>
                  </a:moveTo>
                  <a:cubicBezTo>
                    <a:pt x="1278115" y="0"/>
                    <a:pt x="1326166" y="722772"/>
                    <a:pt x="1062795" y="991155"/>
                  </a:cubicBezTo>
                  <a:cubicBezTo>
                    <a:pt x="803634" y="1255283"/>
                    <a:pt x="237544" y="1176365"/>
                    <a:pt x="0" y="1110874"/>
                  </a:cubicBezTo>
                  <a:cubicBezTo>
                    <a:pt x="19836" y="1171940"/>
                    <a:pt x="287417" y="1421932"/>
                    <a:pt x="332756" y="1466433"/>
                  </a:cubicBezTo>
                  <a:cubicBezTo>
                    <a:pt x="554027" y="1683550"/>
                    <a:pt x="1001911" y="1585906"/>
                    <a:pt x="1333169" y="1248341"/>
                  </a:cubicBezTo>
                  <a:cubicBezTo>
                    <a:pt x="1664387" y="910771"/>
                    <a:pt x="1753405" y="461017"/>
                    <a:pt x="1532135" y="243900"/>
                  </a:cubicBezTo>
                  <a:cubicBezTo>
                    <a:pt x="1522176" y="234103"/>
                    <a:pt x="1278115" y="0"/>
                    <a:pt x="12781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18"/>
            <p:cNvSpPr/>
            <p:nvPr/>
          </p:nvSpPr>
          <p:spPr>
            <a:xfrm>
              <a:off x="4593392" y="1441589"/>
              <a:ext cx="1442681" cy="1453563"/>
            </a:xfrm>
            <a:custGeom>
              <a:rect b="b" l="l" r="r" t="t"/>
              <a:pathLst>
                <a:path extrusionOk="0" h="1453563" w="1442681">
                  <a:moveTo>
                    <a:pt x="994706" y="186"/>
                  </a:moveTo>
                  <a:cubicBezTo>
                    <a:pt x="780358" y="5452"/>
                    <a:pt x="527714" y="122670"/>
                    <a:pt x="320693" y="333650"/>
                  </a:cubicBezTo>
                  <a:cubicBezTo>
                    <a:pt x="-10525" y="671215"/>
                    <a:pt x="-99705" y="1120845"/>
                    <a:pt x="121606" y="1337962"/>
                  </a:cubicBezTo>
                  <a:cubicBezTo>
                    <a:pt x="342877" y="1555083"/>
                    <a:pt x="790761" y="1457438"/>
                    <a:pt x="1121979" y="1119869"/>
                  </a:cubicBezTo>
                  <a:cubicBezTo>
                    <a:pt x="1453196" y="782304"/>
                    <a:pt x="1542377" y="332675"/>
                    <a:pt x="1321106" y="115557"/>
                  </a:cubicBezTo>
                  <a:cubicBezTo>
                    <a:pt x="1238119" y="34137"/>
                    <a:pt x="1123315" y="-2976"/>
                    <a:pt x="994706" y="186"/>
                  </a:cubicBezTo>
                  <a:close/>
                  <a:moveTo>
                    <a:pt x="845573" y="399938"/>
                  </a:moveTo>
                  <a:cubicBezTo>
                    <a:pt x="903704" y="398509"/>
                    <a:pt x="955560" y="415256"/>
                    <a:pt x="993087" y="452058"/>
                  </a:cubicBezTo>
                  <a:cubicBezTo>
                    <a:pt x="1093075" y="550192"/>
                    <a:pt x="1052837" y="753501"/>
                    <a:pt x="903137" y="906079"/>
                  </a:cubicBezTo>
                  <a:cubicBezTo>
                    <a:pt x="753437" y="1058653"/>
                    <a:pt x="551031" y="1102762"/>
                    <a:pt x="451002" y="1004627"/>
                  </a:cubicBezTo>
                  <a:cubicBezTo>
                    <a:pt x="350973" y="906492"/>
                    <a:pt x="391252" y="703305"/>
                    <a:pt x="540951" y="550731"/>
                  </a:cubicBezTo>
                  <a:cubicBezTo>
                    <a:pt x="634503" y="455369"/>
                    <a:pt x="748701" y="402318"/>
                    <a:pt x="845573" y="39993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18"/>
            <p:cNvSpPr/>
            <p:nvPr/>
          </p:nvSpPr>
          <p:spPr>
            <a:xfrm>
              <a:off x="4986203" y="1827976"/>
              <a:ext cx="656440" cy="678044"/>
            </a:xfrm>
            <a:custGeom>
              <a:rect b="b" l="l" r="r" t="t"/>
              <a:pathLst>
                <a:path extrusionOk="0" h="656701" w="651553">
                  <a:moveTo>
                    <a:pt x="449336" y="84"/>
                  </a:moveTo>
                  <a:cubicBezTo>
                    <a:pt x="352424" y="2464"/>
                    <a:pt x="238267" y="55390"/>
                    <a:pt x="144714" y="150751"/>
                  </a:cubicBezTo>
                  <a:cubicBezTo>
                    <a:pt x="91400" y="205065"/>
                    <a:pt x="52336" y="265827"/>
                    <a:pt x="28169" y="325958"/>
                  </a:cubicBezTo>
                  <a:cubicBezTo>
                    <a:pt x="-15551" y="434735"/>
                    <a:pt x="-9641" y="541574"/>
                    <a:pt x="54765" y="604773"/>
                  </a:cubicBezTo>
                  <a:cubicBezTo>
                    <a:pt x="106662" y="655723"/>
                    <a:pt x="186289" y="667907"/>
                    <a:pt x="271704" y="646898"/>
                  </a:cubicBezTo>
                  <a:cubicBezTo>
                    <a:pt x="289759" y="567587"/>
                    <a:pt x="336150" y="482770"/>
                    <a:pt x="407964" y="409576"/>
                  </a:cubicBezTo>
                  <a:cubicBezTo>
                    <a:pt x="479899" y="336249"/>
                    <a:pt x="564019" y="288383"/>
                    <a:pt x="643120" y="268904"/>
                  </a:cubicBezTo>
                  <a:cubicBezTo>
                    <a:pt x="654819" y="217493"/>
                    <a:pt x="654495" y="168539"/>
                    <a:pt x="641217" y="126463"/>
                  </a:cubicBezTo>
                  <a:cubicBezTo>
                    <a:pt x="632311" y="98134"/>
                    <a:pt x="617900" y="72748"/>
                    <a:pt x="596930" y="52204"/>
                  </a:cubicBezTo>
                  <a:cubicBezTo>
                    <a:pt x="559445" y="15402"/>
                    <a:pt x="507467" y="-1345"/>
                    <a:pt x="449336" y="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1" name="Google Shape;491;p18"/>
          <p:cNvSpPr/>
          <p:nvPr/>
        </p:nvSpPr>
        <p:spPr>
          <a:xfrm>
            <a:off x="323750" y="241352"/>
            <a:ext cx="607123" cy="607123"/>
          </a:xfrm>
          <a:custGeom>
            <a:rect b="b" l="l" r="r" t="t"/>
            <a:pathLst>
              <a:path extrusionOk="0" h="447236" w="447236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18"/>
          <p:cNvSpPr txBox="1"/>
          <p:nvPr>
            <p:ph idx="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3" name="Google Shape;493;p18"/>
          <p:cNvSpPr txBox="1"/>
          <p:nvPr>
            <p:ph hasCustomPrompt="1" type="title"/>
          </p:nvPr>
        </p:nvSpPr>
        <p:spPr>
          <a:xfrm>
            <a:off x="415650" y="1171723"/>
            <a:ext cx="11360700" cy="3368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94" name="Google Shape;494;p18"/>
          <p:cNvSpPr txBox="1"/>
          <p:nvPr>
            <p:ph idx="1" type="body"/>
          </p:nvPr>
        </p:nvSpPr>
        <p:spPr>
          <a:xfrm>
            <a:off x="415650" y="4681867"/>
            <a:ext cx="11360700" cy="1004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683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  <a:lvl2pPr indent="-3683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indent="-3683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indent="-3683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indent="-3683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indent="-3683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indent="-3683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indent="-3683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indent="-3683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 SlidesMania - Do not remove">
  <p:cSld name="BLANK_1"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99" name="Google Shape;499;p2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500" name="Google Shape;500;p2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20"/>
            <p:cNvSpPr txBox="1"/>
            <p:nvPr/>
          </p:nvSpPr>
          <p:spPr>
            <a:xfrm>
              <a:off x="463500" y="2858044"/>
              <a:ext cx="8956500" cy="383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Free </a:t>
              </a:r>
              <a:r>
                <a:rPr lang="en" sz="36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themes and templates for </a:t>
              </a:r>
              <a:r>
                <a:rPr b="1" lang="en" sz="36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Google Slides</a:t>
              </a:r>
              <a:r>
                <a:rPr lang="en" sz="36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 or </a:t>
              </a:r>
              <a:r>
                <a:rPr b="1" lang="en" sz="36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PowerPoint</a:t>
              </a:r>
              <a:endParaRPr b="1" sz="36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36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36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000">
                  <a:solidFill>
                    <a:srgbClr val="FFCB25"/>
                  </a:solidFill>
                  <a:latin typeface="Poppins"/>
                  <a:ea typeface="Poppins"/>
                  <a:cs typeface="Poppins"/>
                  <a:sym typeface="Poppins"/>
                </a:rPr>
                <a:t>NOT to be sold as is or modified!</a:t>
              </a:r>
              <a:endParaRPr b="1" sz="3000">
                <a:solidFill>
                  <a:srgbClr val="FFCB2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Read </a:t>
              </a:r>
              <a:r>
                <a:rPr lang="en" sz="2700" u="sng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  <a:hlinkClick r:id="rId2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FAQ</a:t>
              </a:r>
              <a:r>
                <a:rPr b="1" lang="en" sz="4400">
                  <a:solidFill>
                    <a:srgbClr val="FFCB2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" sz="27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on slidesmania.com</a:t>
              </a:r>
              <a:endParaRPr sz="27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Do not remove the slidesmania.com text on the sides.</a:t>
              </a:r>
              <a:endParaRPr sz="20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cxnSp>
          <p:nvCxnSpPr>
            <p:cNvPr id="502" name="Google Shape;502;p20"/>
            <p:cNvCxnSpPr/>
            <p:nvPr/>
          </p:nvCxnSpPr>
          <p:spPr>
            <a:xfrm>
              <a:off x="10423367" y="5688858"/>
              <a:ext cx="1495200" cy="12900"/>
            </a:xfrm>
            <a:prstGeom prst="straightConnector1">
              <a:avLst/>
            </a:prstGeom>
            <a:noFill/>
            <a:ln cap="flat" cmpd="sng" w="38100">
              <a:solidFill>
                <a:srgbClr val="FFCB2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id="503" name="Google Shape;503;p20">
              <a:hlinkClick r:id="rId3"/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982558" y="5912306"/>
              <a:ext cx="713232" cy="6378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4" name="Google Shape;504;p20">
              <a:hlinkClick r:id="rId5"/>
            </p:cNvPr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9764428" y="5916798"/>
              <a:ext cx="708660" cy="6288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5" name="Google Shape;505;p20">
              <a:hlinkClick r:id="rId7"/>
            </p:cNvPr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541715" y="5905569"/>
              <a:ext cx="612648" cy="6243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6" name="Google Shape;506;p20">
              <a:hlinkClick r:id="rId9"/>
            </p:cNvPr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11219049" y="5916799"/>
              <a:ext cx="699516" cy="6019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7" name="Google Shape;507;p20"/>
            <p:cNvSpPr txBox="1"/>
            <p:nvPr/>
          </p:nvSpPr>
          <p:spPr>
            <a:xfrm>
              <a:off x="7072500" y="4813375"/>
              <a:ext cx="4915500" cy="100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252525"/>
                  </a:solidFill>
                  <a:latin typeface="Homemade Apple"/>
                  <a:ea typeface="Homemade Apple"/>
                  <a:cs typeface="Homemade Apple"/>
                  <a:sym typeface="Homemade Apple"/>
                </a:rPr>
                <a:t>Sharing is caring!</a:t>
              </a:r>
              <a:endParaRPr b="1" sz="2400">
                <a:solidFill>
                  <a:srgbClr val="252525"/>
                </a:solidFill>
                <a:latin typeface="Homemade Apple"/>
                <a:ea typeface="Homemade Apple"/>
                <a:cs typeface="Homemade Apple"/>
                <a:sym typeface="Homemade Apple"/>
              </a:endParaRPr>
            </a:p>
          </p:txBody>
        </p:sp>
      </p:grpSp>
      <p:pic>
        <p:nvPicPr>
          <p:cNvPr id="508" name="Google Shape;508;p20"/>
          <p:cNvPicPr preferRelativeResize="0"/>
          <p:nvPr/>
        </p:nvPicPr>
        <p:blipFill rotWithShape="1">
          <a:blip r:embed="rId11">
            <a:alphaModFix/>
          </a:blip>
          <a:srcRect b="20906" l="0" r="0" t="16256"/>
          <a:stretch/>
        </p:blipFill>
        <p:spPr>
          <a:xfrm>
            <a:off x="125075" y="493725"/>
            <a:ext cx="8239800" cy="207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 ExtraBold"/>
              <a:buNone/>
              <a:defRPr sz="45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 ExtraBold"/>
              <a:buNone/>
              <a:defRPr sz="45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 ExtraBold"/>
              <a:buNone/>
              <a:defRPr sz="45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 ExtraBold"/>
              <a:buNone/>
              <a:defRPr sz="45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 ExtraBold"/>
              <a:buNone/>
              <a:defRPr sz="45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 ExtraBold"/>
              <a:buNone/>
              <a:defRPr sz="45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 ExtraBold"/>
              <a:buNone/>
              <a:defRPr sz="45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 ExtraBold"/>
              <a:buNone/>
              <a:defRPr sz="45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 ExtraBold"/>
              <a:buNone/>
              <a:defRPr sz="45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●"/>
              <a:defRPr sz="22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3683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○"/>
              <a:defRPr sz="22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-3683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■"/>
              <a:defRPr sz="22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-3683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●"/>
              <a:defRPr sz="22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-3683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○"/>
              <a:defRPr sz="22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-3683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■"/>
              <a:defRPr sz="22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683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●"/>
              <a:defRPr sz="22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683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○"/>
              <a:defRPr sz="22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683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■"/>
              <a:defRPr sz="22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/>
          <p:nvPr/>
        </p:nvSpPr>
        <p:spPr>
          <a:xfrm rot="5400000">
            <a:off x="-462658" y="6119355"/>
            <a:ext cx="1131345" cy="114589"/>
          </a:xfrm>
          <a:custGeom>
            <a:rect b="b" l="l" r="r" t="t"/>
            <a:pathLst>
              <a:path extrusionOk="0" h="87640" w="919793">
                <a:moveTo>
                  <a:pt x="657321" y="73442"/>
                </a:moveTo>
                <a:cubicBezTo>
                  <a:pt x="659149" y="73404"/>
                  <a:pt x="660912" y="74128"/>
                  <a:pt x="662179" y="75442"/>
                </a:cubicBezTo>
                <a:cubicBezTo>
                  <a:pt x="663493" y="76709"/>
                  <a:pt x="664217" y="78471"/>
                  <a:pt x="664179" y="80300"/>
                </a:cubicBezTo>
                <a:cubicBezTo>
                  <a:pt x="664198" y="82148"/>
                  <a:pt x="663474" y="83939"/>
                  <a:pt x="662179" y="85253"/>
                </a:cubicBezTo>
                <a:cubicBezTo>
                  <a:pt x="660912" y="86568"/>
                  <a:pt x="659149" y="87291"/>
                  <a:pt x="657321" y="87253"/>
                </a:cubicBezTo>
                <a:cubicBezTo>
                  <a:pt x="655492" y="87291"/>
                  <a:pt x="653730" y="86568"/>
                  <a:pt x="652463" y="85253"/>
                </a:cubicBezTo>
                <a:cubicBezTo>
                  <a:pt x="651168" y="83939"/>
                  <a:pt x="650444" y="82148"/>
                  <a:pt x="650463" y="80300"/>
                </a:cubicBezTo>
                <a:cubicBezTo>
                  <a:pt x="650425" y="78471"/>
                  <a:pt x="651149" y="76709"/>
                  <a:pt x="652463" y="75442"/>
                </a:cubicBezTo>
                <a:cubicBezTo>
                  <a:pt x="653730" y="74128"/>
                  <a:pt x="655492" y="73404"/>
                  <a:pt x="657321" y="73442"/>
                </a:cubicBezTo>
                <a:close/>
                <a:moveTo>
                  <a:pt x="783051" y="31056"/>
                </a:moveTo>
                <a:cubicBezTo>
                  <a:pt x="776688" y="30989"/>
                  <a:pt x="770602" y="33618"/>
                  <a:pt x="766287" y="38295"/>
                </a:cubicBezTo>
                <a:cubicBezTo>
                  <a:pt x="761677" y="42876"/>
                  <a:pt x="759134" y="49134"/>
                  <a:pt x="759238" y="55630"/>
                </a:cubicBezTo>
                <a:cubicBezTo>
                  <a:pt x="759229" y="59935"/>
                  <a:pt x="760343" y="64174"/>
                  <a:pt x="762477" y="67917"/>
                </a:cubicBezTo>
                <a:cubicBezTo>
                  <a:pt x="764468" y="71632"/>
                  <a:pt x="767468" y="74709"/>
                  <a:pt x="771144" y="76776"/>
                </a:cubicBezTo>
                <a:cubicBezTo>
                  <a:pt x="774783" y="78804"/>
                  <a:pt x="778888" y="79852"/>
                  <a:pt x="783051" y="79824"/>
                </a:cubicBezTo>
                <a:cubicBezTo>
                  <a:pt x="787213" y="79843"/>
                  <a:pt x="791319" y="78795"/>
                  <a:pt x="794957" y="76776"/>
                </a:cubicBezTo>
                <a:cubicBezTo>
                  <a:pt x="798586" y="74652"/>
                  <a:pt x="801587" y="71594"/>
                  <a:pt x="803625" y="67917"/>
                </a:cubicBezTo>
                <a:cubicBezTo>
                  <a:pt x="805730" y="64165"/>
                  <a:pt x="806816" y="59926"/>
                  <a:pt x="806768" y="55630"/>
                </a:cubicBezTo>
                <a:cubicBezTo>
                  <a:pt x="806873" y="49134"/>
                  <a:pt x="804330" y="42876"/>
                  <a:pt x="799719" y="38295"/>
                </a:cubicBezTo>
                <a:cubicBezTo>
                  <a:pt x="795452" y="33608"/>
                  <a:pt x="789385" y="30979"/>
                  <a:pt x="783051" y="31056"/>
                </a:cubicBezTo>
                <a:close/>
                <a:moveTo>
                  <a:pt x="124778" y="30960"/>
                </a:moveTo>
                <a:cubicBezTo>
                  <a:pt x="120558" y="30922"/>
                  <a:pt x="116405" y="32046"/>
                  <a:pt x="112776" y="34198"/>
                </a:cubicBezTo>
                <a:cubicBezTo>
                  <a:pt x="109090" y="36332"/>
                  <a:pt x="106061" y="39428"/>
                  <a:pt x="104013" y="43152"/>
                </a:cubicBezTo>
                <a:cubicBezTo>
                  <a:pt x="101851" y="46886"/>
                  <a:pt x="100708" y="51124"/>
                  <a:pt x="100680" y="55439"/>
                </a:cubicBezTo>
                <a:cubicBezTo>
                  <a:pt x="100708" y="59754"/>
                  <a:pt x="101851" y="63993"/>
                  <a:pt x="104013" y="67726"/>
                </a:cubicBezTo>
                <a:cubicBezTo>
                  <a:pt x="106099" y="71489"/>
                  <a:pt x="109157" y="74613"/>
                  <a:pt x="112872" y="76775"/>
                </a:cubicBezTo>
                <a:cubicBezTo>
                  <a:pt x="116462" y="78956"/>
                  <a:pt x="120577" y="80109"/>
                  <a:pt x="124778" y="80109"/>
                </a:cubicBezTo>
                <a:cubicBezTo>
                  <a:pt x="129017" y="80080"/>
                  <a:pt x="133188" y="78966"/>
                  <a:pt x="136875" y="76870"/>
                </a:cubicBezTo>
                <a:cubicBezTo>
                  <a:pt x="140580" y="74822"/>
                  <a:pt x="143638" y="71784"/>
                  <a:pt x="145733" y="68107"/>
                </a:cubicBezTo>
                <a:cubicBezTo>
                  <a:pt x="147857" y="64297"/>
                  <a:pt x="148943" y="59992"/>
                  <a:pt x="148876" y="55630"/>
                </a:cubicBezTo>
                <a:cubicBezTo>
                  <a:pt x="149019" y="49057"/>
                  <a:pt x="146514" y="42714"/>
                  <a:pt x="141923" y="38008"/>
                </a:cubicBezTo>
                <a:cubicBezTo>
                  <a:pt x="137513" y="33484"/>
                  <a:pt x="131474" y="30950"/>
                  <a:pt x="125159" y="30960"/>
                </a:cubicBezTo>
                <a:close/>
                <a:moveTo>
                  <a:pt x="202407" y="30865"/>
                </a:moveTo>
                <a:cubicBezTo>
                  <a:pt x="196739" y="30751"/>
                  <a:pt x="191243" y="32836"/>
                  <a:pt x="187072" y="36675"/>
                </a:cubicBezTo>
                <a:cubicBezTo>
                  <a:pt x="183538" y="40104"/>
                  <a:pt x="181061" y="44467"/>
                  <a:pt x="179928" y="49248"/>
                </a:cubicBezTo>
                <a:lnTo>
                  <a:pt x="225267" y="49248"/>
                </a:lnTo>
                <a:cubicBezTo>
                  <a:pt x="224486" y="45619"/>
                  <a:pt x="222923" y="42209"/>
                  <a:pt x="220695" y="39247"/>
                </a:cubicBezTo>
                <a:cubicBezTo>
                  <a:pt x="218580" y="36618"/>
                  <a:pt x="215875" y="34522"/>
                  <a:pt x="212789" y="33151"/>
                </a:cubicBezTo>
                <a:cubicBezTo>
                  <a:pt x="209541" y="31636"/>
                  <a:pt x="205988" y="30865"/>
                  <a:pt x="202407" y="30865"/>
                </a:cubicBezTo>
                <a:close/>
                <a:moveTo>
                  <a:pt x="599885" y="30675"/>
                </a:moveTo>
                <a:cubicBezTo>
                  <a:pt x="595665" y="30637"/>
                  <a:pt x="591512" y="31761"/>
                  <a:pt x="587883" y="33914"/>
                </a:cubicBezTo>
                <a:cubicBezTo>
                  <a:pt x="584197" y="36047"/>
                  <a:pt x="581168" y="39143"/>
                  <a:pt x="579120" y="42867"/>
                </a:cubicBezTo>
                <a:cubicBezTo>
                  <a:pt x="576958" y="46601"/>
                  <a:pt x="575815" y="50839"/>
                  <a:pt x="575787" y="55154"/>
                </a:cubicBezTo>
                <a:cubicBezTo>
                  <a:pt x="575815" y="59469"/>
                  <a:pt x="576958" y="63708"/>
                  <a:pt x="579120" y="67442"/>
                </a:cubicBezTo>
                <a:cubicBezTo>
                  <a:pt x="581206" y="71204"/>
                  <a:pt x="584264" y="74328"/>
                  <a:pt x="587979" y="76490"/>
                </a:cubicBezTo>
                <a:cubicBezTo>
                  <a:pt x="591569" y="78672"/>
                  <a:pt x="595684" y="79824"/>
                  <a:pt x="599885" y="79824"/>
                </a:cubicBezTo>
                <a:cubicBezTo>
                  <a:pt x="604124" y="79796"/>
                  <a:pt x="608295" y="78681"/>
                  <a:pt x="611982" y="76586"/>
                </a:cubicBezTo>
                <a:cubicBezTo>
                  <a:pt x="615658" y="74509"/>
                  <a:pt x="618725" y="71480"/>
                  <a:pt x="620840" y="67823"/>
                </a:cubicBezTo>
                <a:cubicBezTo>
                  <a:pt x="622964" y="64013"/>
                  <a:pt x="624050" y="59707"/>
                  <a:pt x="623983" y="55345"/>
                </a:cubicBezTo>
                <a:cubicBezTo>
                  <a:pt x="624126" y="48773"/>
                  <a:pt x="621621" y="42429"/>
                  <a:pt x="617030" y="37724"/>
                </a:cubicBezTo>
                <a:cubicBezTo>
                  <a:pt x="612486" y="33209"/>
                  <a:pt x="606286" y="30770"/>
                  <a:pt x="599885" y="30961"/>
                </a:cubicBezTo>
                <a:close/>
                <a:moveTo>
                  <a:pt x="429673" y="30675"/>
                </a:moveTo>
                <a:cubicBezTo>
                  <a:pt x="425425" y="30627"/>
                  <a:pt x="421234" y="31751"/>
                  <a:pt x="417576" y="33913"/>
                </a:cubicBezTo>
                <a:cubicBezTo>
                  <a:pt x="413890" y="36047"/>
                  <a:pt x="410861" y="39142"/>
                  <a:pt x="408813" y="42867"/>
                </a:cubicBezTo>
                <a:cubicBezTo>
                  <a:pt x="406680" y="46610"/>
                  <a:pt x="405565" y="50848"/>
                  <a:pt x="405575" y="55154"/>
                </a:cubicBezTo>
                <a:cubicBezTo>
                  <a:pt x="405565" y="59459"/>
                  <a:pt x="406680" y="63698"/>
                  <a:pt x="408813" y="67441"/>
                </a:cubicBezTo>
                <a:cubicBezTo>
                  <a:pt x="410899" y="71203"/>
                  <a:pt x="413957" y="74328"/>
                  <a:pt x="417672" y="76490"/>
                </a:cubicBezTo>
                <a:cubicBezTo>
                  <a:pt x="421262" y="78671"/>
                  <a:pt x="425377" y="79823"/>
                  <a:pt x="429578" y="79823"/>
                </a:cubicBezTo>
                <a:cubicBezTo>
                  <a:pt x="433855" y="79785"/>
                  <a:pt x="438046" y="78671"/>
                  <a:pt x="441770" y="76585"/>
                </a:cubicBezTo>
                <a:cubicBezTo>
                  <a:pt x="445446" y="74528"/>
                  <a:pt x="448476" y="71499"/>
                  <a:pt x="450533" y="67822"/>
                </a:cubicBezTo>
                <a:cubicBezTo>
                  <a:pt x="452667" y="64012"/>
                  <a:pt x="453743" y="59707"/>
                  <a:pt x="453676" y="55344"/>
                </a:cubicBezTo>
                <a:cubicBezTo>
                  <a:pt x="453819" y="48772"/>
                  <a:pt x="451314" y="42428"/>
                  <a:pt x="446723" y="37723"/>
                </a:cubicBezTo>
                <a:cubicBezTo>
                  <a:pt x="442122" y="33122"/>
                  <a:pt x="435798" y="30665"/>
                  <a:pt x="429292" y="30960"/>
                </a:cubicBezTo>
                <a:close/>
                <a:moveTo>
                  <a:pt x="71723" y="24959"/>
                </a:moveTo>
                <a:lnTo>
                  <a:pt x="79819" y="24959"/>
                </a:lnTo>
                <a:lnTo>
                  <a:pt x="79819" y="85729"/>
                </a:lnTo>
                <a:lnTo>
                  <a:pt x="72009" y="85729"/>
                </a:lnTo>
                <a:close/>
                <a:moveTo>
                  <a:pt x="546544" y="24674"/>
                </a:moveTo>
                <a:lnTo>
                  <a:pt x="554355" y="24674"/>
                </a:lnTo>
                <a:lnTo>
                  <a:pt x="554355" y="85443"/>
                </a:lnTo>
                <a:lnTo>
                  <a:pt x="546544" y="85443"/>
                </a:lnTo>
                <a:close/>
                <a:moveTo>
                  <a:pt x="202311" y="23626"/>
                </a:moveTo>
                <a:cubicBezTo>
                  <a:pt x="211979" y="23283"/>
                  <a:pt x="221209" y="27655"/>
                  <a:pt x="227076" y="35342"/>
                </a:cubicBezTo>
                <a:cubicBezTo>
                  <a:pt x="231639" y="41285"/>
                  <a:pt x="234030" y="48620"/>
                  <a:pt x="233839" y="56106"/>
                </a:cubicBezTo>
                <a:lnTo>
                  <a:pt x="179166" y="56106"/>
                </a:lnTo>
                <a:cubicBezTo>
                  <a:pt x="179080" y="62545"/>
                  <a:pt x="181509" y="68765"/>
                  <a:pt x="185929" y="73442"/>
                </a:cubicBezTo>
                <a:cubicBezTo>
                  <a:pt x="190100" y="77937"/>
                  <a:pt x="195987" y="80433"/>
                  <a:pt x="202121" y="80300"/>
                </a:cubicBezTo>
                <a:cubicBezTo>
                  <a:pt x="205179" y="80290"/>
                  <a:pt x="208207" y="79738"/>
                  <a:pt x="211074" y="78680"/>
                </a:cubicBezTo>
                <a:cubicBezTo>
                  <a:pt x="213799" y="77661"/>
                  <a:pt x="216332" y="76213"/>
                  <a:pt x="218599" y="74394"/>
                </a:cubicBezTo>
                <a:cubicBezTo>
                  <a:pt x="221238" y="71784"/>
                  <a:pt x="223486" y="68793"/>
                  <a:pt x="225267" y="65536"/>
                </a:cubicBezTo>
                <a:lnTo>
                  <a:pt x="231839" y="69060"/>
                </a:lnTo>
                <a:cubicBezTo>
                  <a:pt x="229953" y="72880"/>
                  <a:pt x="227410" y="76328"/>
                  <a:pt x="224314" y="79252"/>
                </a:cubicBezTo>
                <a:cubicBezTo>
                  <a:pt x="221542" y="81824"/>
                  <a:pt x="218314" y="83862"/>
                  <a:pt x="214789" y="85253"/>
                </a:cubicBezTo>
                <a:cubicBezTo>
                  <a:pt x="210941" y="86643"/>
                  <a:pt x="206874" y="87320"/>
                  <a:pt x="202788" y="87253"/>
                </a:cubicBezTo>
                <a:cubicBezTo>
                  <a:pt x="193987" y="87834"/>
                  <a:pt x="185405" y="84319"/>
                  <a:pt x="179547" y="77728"/>
                </a:cubicBezTo>
                <a:cubicBezTo>
                  <a:pt x="174108" y="71699"/>
                  <a:pt x="171117" y="63850"/>
                  <a:pt x="171165" y="55725"/>
                </a:cubicBezTo>
                <a:cubicBezTo>
                  <a:pt x="171098" y="48267"/>
                  <a:pt x="173584" y="41000"/>
                  <a:pt x="178213" y="35151"/>
                </a:cubicBezTo>
                <a:cubicBezTo>
                  <a:pt x="183842" y="27560"/>
                  <a:pt x="192863" y="23245"/>
                  <a:pt x="202311" y="23626"/>
                </a:cubicBezTo>
                <a:close/>
                <a:moveTo>
                  <a:pt x="783051" y="23436"/>
                </a:moveTo>
                <a:cubicBezTo>
                  <a:pt x="791909" y="23207"/>
                  <a:pt x="800415" y="26903"/>
                  <a:pt x="806292" y="33532"/>
                </a:cubicBezTo>
                <a:cubicBezTo>
                  <a:pt x="811816" y="39514"/>
                  <a:pt x="814817" y="47391"/>
                  <a:pt x="814674" y="55535"/>
                </a:cubicBezTo>
                <a:cubicBezTo>
                  <a:pt x="814760" y="63812"/>
                  <a:pt x="811578" y="71785"/>
                  <a:pt x="805816" y="77728"/>
                </a:cubicBezTo>
                <a:cubicBezTo>
                  <a:pt x="799977" y="84062"/>
                  <a:pt x="791662" y="87539"/>
                  <a:pt x="783051" y="87253"/>
                </a:cubicBezTo>
                <a:cubicBezTo>
                  <a:pt x="774412" y="87558"/>
                  <a:pt x="766058" y="84081"/>
                  <a:pt x="760191" y="77728"/>
                </a:cubicBezTo>
                <a:cubicBezTo>
                  <a:pt x="754428" y="71785"/>
                  <a:pt x="751247" y="63812"/>
                  <a:pt x="751333" y="55535"/>
                </a:cubicBezTo>
                <a:cubicBezTo>
                  <a:pt x="751237" y="47429"/>
                  <a:pt x="754228" y="39600"/>
                  <a:pt x="759715" y="33627"/>
                </a:cubicBezTo>
                <a:cubicBezTo>
                  <a:pt x="765620" y="26969"/>
                  <a:pt x="774154" y="23236"/>
                  <a:pt x="783051" y="23436"/>
                </a:cubicBezTo>
                <a:close/>
                <a:moveTo>
                  <a:pt x="711804" y="23436"/>
                </a:moveTo>
                <a:cubicBezTo>
                  <a:pt x="715747" y="23407"/>
                  <a:pt x="719671" y="24017"/>
                  <a:pt x="723424" y="25246"/>
                </a:cubicBezTo>
                <a:cubicBezTo>
                  <a:pt x="726853" y="26322"/>
                  <a:pt x="730072" y="27960"/>
                  <a:pt x="732949" y="30103"/>
                </a:cubicBezTo>
                <a:cubicBezTo>
                  <a:pt x="735540" y="32170"/>
                  <a:pt x="737712" y="34732"/>
                  <a:pt x="739331" y="37628"/>
                </a:cubicBezTo>
                <a:lnTo>
                  <a:pt x="733139" y="41438"/>
                </a:lnTo>
                <a:cubicBezTo>
                  <a:pt x="728063" y="34466"/>
                  <a:pt x="719852" y="30475"/>
                  <a:pt x="711232" y="30770"/>
                </a:cubicBezTo>
                <a:cubicBezTo>
                  <a:pt x="704364" y="30570"/>
                  <a:pt x="697697" y="33142"/>
                  <a:pt x="692754" y="37914"/>
                </a:cubicBezTo>
                <a:cubicBezTo>
                  <a:pt x="687991" y="42410"/>
                  <a:pt x="685334" y="48696"/>
                  <a:pt x="685419" y="55249"/>
                </a:cubicBezTo>
                <a:cubicBezTo>
                  <a:pt x="685400" y="59640"/>
                  <a:pt x="686591" y="63955"/>
                  <a:pt x="688848" y="67727"/>
                </a:cubicBezTo>
                <a:cubicBezTo>
                  <a:pt x="691039" y="71756"/>
                  <a:pt x="694344" y="75061"/>
                  <a:pt x="698373" y="77252"/>
                </a:cubicBezTo>
                <a:cubicBezTo>
                  <a:pt x="702412" y="79414"/>
                  <a:pt x="706936" y="80529"/>
                  <a:pt x="711518" y="80491"/>
                </a:cubicBezTo>
                <a:cubicBezTo>
                  <a:pt x="720100" y="80624"/>
                  <a:pt x="728234" y="76661"/>
                  <a:pt x="733425" y="69823"/>
                </a:cubicBezTo>
                <a:lnTo>
                  <a:pt x="739616" y="73823"/>
                </a:lnTo>
                <a:cubicBezTo>
                  <a:pt x="736683" y="78205"/>
                  <a:pt x="732644" y="81719"/>
                  <a:pt x="727901" y="84015"/>
                </a:cubicBezTo>
                <a:cubicBezTo>
                  <a:pt x="722662" y="86482"/>
                  <a:pt x="716928" y="87720"/>
                  <a:pt x="711137" y="87634"/>
                </a:cubicBezTo>
                <a:cubicBezTo>
                  <a:pt x="702240" y="87806"/>
                  <a:pt x="693649" y="84367"/>
                  <a:pt x="687324" y="78109"/>
                </a:cubicBezTo>
                <a:cubicBezTo>
                  <a:pt x="681114" y="72375"/>
                  <a:pt x="677647" y="64270"/>
                  <a:pt x="677799" y="55821"/>
                </a:cubicBezTo>
                <a:cubicBezTo>
                  <a:pt x="677790" y="50058"/>
                  <a:pt x="679342" y="44400"/>
                  <a:pt x="682276" y="39438"/>
                </a:cubicBezTo>
                <a:cubicBezTo>
                  <a:pt x="685162" y="34437"/>
                  <a:pt x="689382" y="30351"/>
                  <a:pt x="694468" y="27627"/>
                </a:cubicBezTo>
                <a:cubicBezTo>
                  <a:pt x="699802" y="24808"/>
                  <a:pt x="705765" y="23369"/>
                  <a:pt x="711804" y="23436"/>
                </a:cubicBezTo>
                <a:close/>
                <a:moveTo>
                  <a:pt x="262414" y="23245"/>
                </a:moveTo>
                <a:cubicBezTo>
                  <a:pt x="268786" y="23798"/>
                  <a:pt x="274692" y="26807"/>
                  <a:pt x="278892" y="31627"/>
                </a:cubicBezTo>
                <a:lnTo>
                  <a:pt x="273939" y="36771"/>
                </a:lnTo>
                <a:cubicBezTo>
                  <a:pt x="270777" y="33246"/>
                  <a:pt x="266376" y="31094"/>
                  <a:pt x="261652" y="30770"/>
                </a:cubicBezTo>
                <a:cubicBezTo>
                  <a:pt x="259223" y="30732"/>
                  <a:pt x="256871" y="31618"/>
                  <a:pt x="255080" y="33246"/>
                </a:cubicBezTo>
                <a:cubicBezTo>
                  <a:pt x="253394" y="34704"/>
                  <a:pt x="252422" y="36828"/>
                  <a:pt x="252413" y="39056"/>
                </a:cubicBezTo>
                <a:cubicBezTo>
                  <a:pt x="252499" y="41152"/>
                  <a:pt x="253261" y="43162"/>
                  <a:pt x="254604" y="44772"/>
                </a:cubicBezTo>
                <a:cubicBezTo>
                  <a:pt x="257385" y="47439"/>
                  <a:pt x="260604" y="49601"/>
                  <a:pt x="264129" y="51153"/>
                </a:cubicBezTo>
                <a:cubicBezTo>
                  <a:pt x="268643" y="53201"/>
                  <a:pt x="272701" y="56154"/>
                  <a:pt x="276035" y="59821"/>
                </a:cubicBezTo>
                <a:cubicBezTo>
                  <a:pt x="278016" y="62602"/>
                  <a:pt x="279073" y="65936"/>
                  <a:pt x="279083" y="69346"/>
                </a:cubicBezTo>
                <a:cubicBezTo>
                  <a:pt x="279130" y="74109"/>
                  <a:pt x="277235" y="78681"/>
                  <a:pt x="273844" y="82014"/>
                </a:cubicBezTo>
                <a:cubicBezTo>
                  <a:pt x="270339" y="85434"/>
                  <a:pt x="265595" y="87291"/>
                  <a:pt x="260699" y="87158"/>
                </a:cubicBezTo>
                <a:cubicBezTo>
                  <a:pt x="257204" y="87158"/>
                  <a:pt x="253756" y="86377"/>
                  <a:pt x="250603" y="84872"/>
                </a:cubicBezTo>
                <a:cubicBezTo>
                  <a:pt x="247526" y="83405"/>
                  <a:pt x="244821" y="81262"/>
                  <a:pt x="242697" y="78585"/>
                </a:cubicBezTo>
                <a:lnTo>
                  <a:pt x="247650" y="72966"/>
                </a:lnTo>
                <a:cubicBezTo>
                  <a:pt x="250651" y="76995"/>
                  <a:pt x="255299" y="79471"/>
                  <a:pt x="260319" y="79728"/>
                </a:cubicBezTo>
                <a:cubicBezTo>
                  <a:pt x="263262" y="79814"/>
                  <a:pt x="266129" y="78757"/>
                  <a:pt x="268320" y="76776"/>
                </a:cubicBezTo>
                <a:cubicBezTo>
                  <a:pt x="270406" y="74985"/>
                  <a:pt x="271625" y="72385"/>
                  <a:pt x="271653" y="69632"/>
                </a:cubicBezTo>
                <a:cubicBezTo>
                  <a:pt x="271634" y="67441"/>
                  <a:pt x="270863" y="65317"/>
                  <a:pt x="269463" y="63631"/>
                </a:cubicBezTo>
                <a:cubicBezTo>
                  <a:pt x="266653" y="60983"/>
                  <a:pt x="263433" y="58802"/>
                  <a:pt x="259938" y="57154"/>
                </a:cubicBezTo>
                <a:cubicBezTo>
                  <a:pt x="255623" y="55259"/>
                  <a:pt x="251784" y="52430"/>
                  <a:pt x="248698" y="48867"/>
                </a:cubicBezTo>
                <a:cubicBezTo>
                  <a:pt x="246698" y="46105"/>
                  <a:pt x="245660" y="42752"/>
                  <a:pt x="245745" y="39342"/>
                </a:cubicBezTo>
                <a:cubicBezTo>
                  <a:pt x="245631" y="34999"/>
                  <a:pt x="247355" y="30808"/>
                  <a:pt x="250508" y="27817"/>
                </a:cubicBezTo>
                <a:cubicBezTo>
                  <a:pt x="253699" y="24760"/>
                  <a:pt x="257994" y="23112"/>
                  <a:pt x="262414" y="23245"/>
                </a:cubicBezTo>
                <a:close/>
                <a:moveTo>
                  <a:pt x="19813" y="23245"/>
                </a:moveTo>
                <a:cubicBezTo>
                  <a:pt x="26146" y="23845"/>
                  <a:pt x="32005" y="26836"/>
                  <a:pt x="36196" y="31627"/>
                </a:cubicBezTo>
                <a:lnTo>
                  <a:pt x="31147" y="36771"/>
                </a:lnTo>
                <a:cubicBezTo>
                  <a:pt x="28023" y="33256"/>
                  <a:pt x="23651" y="31104"/>
                  <a:pt x="18955" y="30770"/>
                </a:cubicBezTo>
                <a:cubicBezTo>
                  <a:pt x="16526" y="30732"/>
                  <a:pt x="14174" y="31618"/>
                  <a:pt x="12383" y="33247"/>
                </a:cubicBezTo>
                <a:cubicBezTo>
                  <a:pt x="10697" y="34704"/>
                  <a:pt x="9725" y="36828"/>
                  <a:pt x="9716" y="39057"/>
                </a:cubicBezTo>
                <a:cubicBezTo>
                  <a:pt x="9802" y="41152"/>
                  <a:pt x="10564" y="43162"/>
                  <a:pt x="11907" y="44772"/>
                </a:cubicBezTo>
                <a:cubicBezTo>
                  <a:pt x="14688" y="47439"/>
                  <a:pt x="17907" y="49601"/>
                  <a:pt x="21432" y="51154"/>
                </a:cubicBezTo>
                <a:cubicBezTo>
                  <a:pt x="25928" y="53201"/>
                  <a:pt x="29947" y="56145"/>
                  <a:pt x="33243" y="59821"/>
                </a:cubicBezTo>
                <a:cubicBezTo>
                  <a:pt x="35291" y="62574"/>
                  <a:pt x="36396" y="65917"/>
                  <a:pt x="36386" y="69346"/>
                </a:cubicBezTo>
                <a:cubicBezTo>
                  <a:pt x="36443" y="74128"/>
                  <a:pt x="34510" y="78710"/>
                  <a:pt x="31052" y="82015"/>
                </a:cubicBezTo>
                <a:cubicBezTo>
                  <a:pt x="27594" y="85453"/>
                  <a:pt x="22880" y="87311"/>
                  <a:pt x="18003" y="87158"/>
                </a:cubicBezTo>
                <a:cubicBezTo>
                  <a:pt x="14507" y="87158"/>
                  <a:pt x="11059" y="86377"/>
                  <a:pt x="7906" y="84872"/>
                </a:cubicBezTo>
                <a:cubicBezTo>
                  <a:pt x="4820" y="83405"/>
                  <a:pt x="2124" y="81262"/>
                  <a:pt x="0" y="78586"/>
                </a:cubicBezTo>
                <a:lnTo>
                  <a:pt x="4954" y="72966"/>
                </a:lnTo>
                <a:cubicBezTo>
                  <a:pt x="7954" y="76995"/>
                  <a:pt x="12602" y="79472"/>
                  <a:pt x="17622" y="79729"/>
                </a:cubicBezTo>
                <a:cubicBezTo>
                  <a:pt x="20574" y="79814"/>
                  <a:pt x="23432" y="78757"/>
                  <a:pt x="25623" y="76776"/>
                </a:cubicBezTo>
                <a:cubicBezTo>
                  <a:pt x="27718" y="74985"/>
                  <a:pt x="28928" y="72385"/>
                  <a:pt x="28956" y="69632"/>
                </a:cubicBezTo>
                <a:cubicBezTo>
                  <a:pt x="28937" y="67441"/>
                  <a:pt x="28166" y="65317"/>
                  <a:pt x="26766" y="63631"/>
                </a:cubicBezTo>
                <a:cubicBezTo>
                  <a:pt x="23956" y="60974"/>
                  <a:pt x="20746" y="58793"/>
                  <a:pt x="17241" y="57154"/>
                </a:cubicBezTo>
                <a:cubicBezTo>
                  <a:pt x="12973" y="55230"/>
                  <a:pt x="9163" y="52401"/>
                  <a:pt x="6097" y="48868"/>
                </a:cubicBezTo>
                <a:cubicBezTo>
                  <a:pt x="4096" y="46105"/>
                  <a:pt x="3058" y="42753"/>
                  <a:pt x="3144" y="39343"/>
                </a:cubicBezTo>
                <a:cubicBezTo>
                  <a:pt x="2991" y="34990"/>
                  <a:pt x="4725" y="30789"/>
                  <a:pt x="7906" y="27817"/>
                </a:cubicBezTo>
                <a:cubicBezTo>
                  <a:pt x="11088" y="24741"/>
                  <a:pt x="15383" y="23083"/>
                  <a:pt x="19813" y="23245"/>
                </a:cubicBezTo>
                <a:close/>
                <a:moveTo>
                  <a:pt x="857726" y="23150"/>
                </a:moveTo>
                <a:cubicBezTo>
                  <a:pt x="860612" y="23141"/>
                  <a:pt x="863460" y="23722"/>
                  <a:pt x="866108" y="24865"/>
                </a:cubicBezTo>
                <a:cubicBezTo>
                  <a:pt x="868594" y="25865"/>
                  <a:pt x="870813" y="27427"/>
                  <a:pt x="872585" y="29437"/>
                </a:cubicBezTo>
                <a:cubicBezTo>
                  <a:pt x="874576" y="31885"/>
                  <a:pt x="876071" y="34695"/>
                  <a:pt x="876966" y="37724"/>
                </a:cubicBezTo>
                <a:cubicBezTo>
                  <a:pt x="879157" y="33352"/>
                  <a:pt x="882443" y="29608"/>
                  <a:pt x="886491" y="26865"/>
                </a:cubicBezTo>
                <a:cubicBezTo>
                  <a:pt x="890235" y="24436"/>
                  <a:pt x="894607" y="23141"/>
                  <a:pt x="899065" y="23150"/>
                </a:cubicBezTo>
                <a:cubicBezTo>
                  <a:pt x="903008" y="23065"/>
                  <a:pt x="906894" y="24160"/>
                  <a:pt x="910209" y="26294"/>
                </a:cubicBezTo>
                <a:cubicBezTo>
                  <a:pt x="913438" y="28446"/>
                  <a:pt x="915933" y="31542"/>
                  <a:pt x="917352" y="35152"/>
                </a:cubicBezTo>
                <a:cubicBezTo>
                  <a:pt x="919219" y="40667"/>
                  <a:pt x="920029" y="46486"/>
                  <a:pt x="919734" y="52297"/>
                </a:cubicBezTo>
                <a:lnTo>
                  <a:pt x="919734" y="85444"/>
                </a:lnTo>
                <a:lnTo>
                  <a:pt x="911733" y="85444"/>
                </a:lnTo>
                <a:lnTo>
                  <a:pt x="911733" y="52297"/>
                </a:lnTo>
                <a:cubicBezTo>
                  <a:pt x="911990" y="47772"/>
                  <a:pt x="911504" y="43239"/>
                  <a:pt x="910304" y="38867"/>
                </a:cubicBezTo>
                <a:cubicBezTo>
                  <a:pt x="909428" y="36419"/>
                  <a:pt x="907751" y="34333"/>
                  <a:pt x="905541" y="32961"/>
                </a:cubicBezTo>
                <a:cubicBezTo>
                  <a:pt x="903170" y="31418"/>
                  <a:pt x="900369" y="30646"/>
                  <a:pt x="897541" y="30770"/>
                </a:cubicBezTo>
                <a:cubicBezTo>
                  <a:pt x="893807" y="30713"/>
                  <a:pt x="890159" y="31885"/>
                  <a:pt x="887158" y="34104"/>
                </a:cubicBezTo>
                <a:cubicBezTo>
                  <a:pt x="884034" y="36304"/>
                  <a:pt x="881643" y="39390"/>
                  <a:pt x="880300" y="42962"/>
                </a:cubicBezTo>
                <a:cubicBezTo>
                  <a:pt x="878500" y="49144"/>
                  <a:pt x="877757" y="55583"/>
                  <a:pt x="878109" y="62012"/>
                </a:cubicBezTo>
                <a:lnTo>
                  <a:pt x="878109" y="85825"/>
                </a:lnTo>
                <a:lnTo>
                  <a:pt x="870394" y="85825"/>
                </a:lnTo>
                <a:lnTo>
                  <a:pt x="870394" y="54678"/>
                </a:lnTo>
                <a:cubicBezTo>
                  <a:pt x="870623" y="49687"/>
                  <a:pt x="870175" y="44686"/>
                  <a:pt x="869061" y="39819"/>
                </a:cubicBezTo>
                <a:cubicBezTo>
                  <a:pt x="868194" y="37238"/>
                  <a:pt x="866527" y="34999"/>
                  <a:pt x="864298" y="33437"/>
                </a:cubicBezTo>
                <a:cubicBezTo>
                  <a:pt x="861888" y="31875"/>
                  <a:pt x="859069" y="31075"/>
                  <a:pt x="856202" y="31151"/>
                </a:cubicBezTo>
                <a:cubicBezTo>
                  <a:pt x="852554" y="31142"/>
                  <a:pt x="848991" y="32275"/>
                  <a:pt x="846010" y="34390"/>
                </a:cubicBezTo>
                <a:cubicBezTo>
                  <a:pt x="842867" y="36552"/>
                  <a:pt x="840447" y="39600"/>
                  <a:pt x="839057" y="43153"/>
                </a:cubicBezTo>
                <a:cubicBezTo>
                  <a:pt x="837276" y="48620"/>
                  <a:pt x="836504" y="54364"/>
                  <a:pt x="836771" y="60107"/>
                </a:cubicBezTo>
                <a:lnTo>
                  <a:pt x="836771" y="85825"/>
                </a:lnTo>
                <a:lnTo>
                  <a:pt x="828960" y="85825"/>
                </a:lnTo>
                <a:lnTo>
                  <a:pt x="829056" y="24674"/>
                </a:lnTo>
                <a:lnTo>
                  <a:pt x="836866" y="24674"/>
                </a:lnTo>
                <a:lnTo>
                  <a:pt x="836866" y="35152"/>
                </a:lnTo>
                <a:cubicBezTo>
                  <a:pt x="839105" y="31828"/>
                  <a:pt x="841953" y="28951"/>
                  <a:pt x="845248" y="26675"/>
                </a:cubicBezTo>
                <a:cubicBezTo>
                  <a:pt x="849011" y="24379"/>
                  <a:pt x="853325" y="23160"/>
                  <a:pt x="857726" y="23150"/>
                </a:cubicBezTo>
                <a:close/>
                <a:moveTo>
                  <a:pt x="321373" y="23149"/>
                </a:moveTo>
                <a:cubicBezTo>
                  <a:pt x="324259" y="23140"/>
                  <a:pt x="327107" y="23721"/>
                  <a:pt x="329755" y="24864"/>
                </a:cubicBezTo>
                <a:cubicBezTo>
                  <a:pt x="332222" y="25893"/>
                  <a:pt x="334442" y="27455"/>
                  <a:pt x="336232" y="29436"/>
                </a:cubicBezTo>
                <a:cubicBezTo>
                  <a:pt x="338194" y="31903"/>
                  <a:pt x="339671" y="34713"/>
                  <a:pt x="340614" y="37723"/>
                </a:cubicBezTo>
                <a:cubicBezTo>
                  <a:pt x="342804" y="33351"/>
                  <a:pt x="346091" y="29608"/>
                  <a:pt x="350139" y="26864"/>
                </a:cubicBezTo>
                <a:cubicBezTo>
                  <a:pt x="353882" y="24435"/>
                  <a:pt x="358254" y="23140"/>
                  <a:pt x="362712" y="23149"/>
                </a:cubicBezTo>
                <a:cubicBezTo>
                  <a:pt x="366655" y="23083"/>
                  <a:pt x="370532" y="24178"/>
                  <a:pt x="373856" y="26293"/>
                </a:cubicBezTo>
                <a:cubicBezTo>
                  <a:pt x="377047" y="28493"/>
                  <a:pt x="379523" y="31570"/>
                  <a:pt x="381000" y="35151"/>
                </a:cubicBezTo>
                <a:cubicBezTo>
                  <a:pt x="382781" y="40685"/>
                  <a:pt x="383552" y="46486"/>
                  <a:pt x="383286" y="52296"/>
                </a:cubicBezTo>
                <a:lnTo>
                  <a:pt x="383286" y="85443"/>
                </a:lnTo>
                <a:lnTo>
                  <a:pt x="375380" y="85443"/>
                </a:lnTo>
                <a:lnTo>
                  <a:pt x="375380" y="52296"/>
                </a:lnTo>
                <a:cubicBezTo>
                  <a:pt x="375637" y="47772"/>
                  <a:pt x="375152" y="43238"/>
                  <a:pt x="373951" y="38866"/>
                </a:cubicBezTo>
                <a:cubicBezTo>
                  <a:pt x="373046" y="36437"/>
                  <a:pt x="371370" y="34360"/>
                  <a:pt x="369189" y="32960"/>
                </a:cubicBezTo>
                <a:cubicBezTo>
                  <a:pt x="366808" y="31436"/>
                  <a:pt x="364017" y="30674"/>
                  <a:pt x="361188" y="30769"/>
                </a:cubicBezTo>
                <a:cubicBezTo>
                  <a:pt x="357454" y="30712"/>
                  <a:pt x="353806" y="31884"/>
                  <a:pt x="350806" y="34103"/>
                </a:cubicBezTo>
                <a:cubicBezTo>
                  <a:pt x="347681" y="36303"/>
                  <a:pt x="345291" y="39390"/>
                  <a:pt x="343948" y="42961"/>
                </a:cubicBezTo>
                <a:cubicBezTo>
                  <a:pt x="342100" y="49134"/>
                  <a:pt x="341357" y="55582"/>
                  <a:pt x="341757" y="62011"/>
                </a:cubicBezTo>
                <a:lnTo>
                  <a:pt x="341757" y="85824"/>
                </a:lnTo>
                <a:lnTo>
                  <a:pt x="333946" y="85824"/>
                </a:lnTo>
                <a:lnTo>
                  <a:pt x="333946" y="54677"/>
                </a:lnTo>
                <a:cubicBezTo>
                  <a:pt x="334213" y="49677"/>
                  <a:pt x="333727" y="44676"/>
                  <a:pt x="332518" y="39818"/>
                </a:cubicBezTo>
                <a:cubicBezTo>
                  <a:pt x="331679" y="37218"/>
                  <a:pt x="330003" y="34980"/>
                  <a:pt x="327755" y="33436"/>
                </a:cubicBezTo>
                <a:cubicBezTo>
                  <a:pt x="325345" y="31874"/>
                  <a:pt x="322526" y="31074"/>
                  <a:pt x="319659" y="31150"/>
                </a:cubicBezTo>
                <a:cubicBezTo>
                  <a:pt x="316039" y="31141"/>
                  <a:pt x="312505" y="32274"/>
                  <a:pt x="309562" y="34389"/>
                </a:cubicBezTo>
                <a:cubicBezTo>
                  <a:pt x="306419" y="36551"/>
                  <a:pt x="304000" y="39599"/>
                  <a:pt x="302609" y="43152"/>
                </a:cubicBezTo>
                <a:cubicBezTo>
                  <a:pt x="300828" y="48619"/>
                  <a:pt x="300056" y="54363"/>
                  <a:pt x="300323" y="60107"/>
                </a:cubicBezTo>
                <a:lnTo>
                  <a:pt x="300323" y="85824"/>
                </a:lnTo>
                <a:lnTo>
                  <a:pt x="292512" y="85824"/>
                </a:lnTo>
                <a:lnTo>
                  <a:pt x="292703" y="24674"/>
                </a:lnTo>
                <a:lnTo>
                  <a:pt x="300514" y="24674"/>
                </a:lnTo>
                <a:lnTo>
                  <a:pt x="300514" y="35151"/>
                </a:lnTo>
                <a:cubicBezTo>
                  <a:pt x="302752" y="31827"/>
                  <a:pt x="305600" y="28950"/>
                  <a:pt x="308895" y="26674"/>
                </a:cubicBezTo>
                <a:cubicBezTo>
                  <a:pt x="312648" y="24359"/>
                  <a:pt x="316963" y="23140"/>
                  <a:pt x="321373" y="23149"/>
                </a:cubicBezTo>
                <a:close/>
                <a:moveTo>
                  <a:pt x="508635" y="22959"/>
                </a:moveTo>
                <a:cubicBezTo>
                  <a:pt x="512921" y="22883"/>
                  <a:pt x="517131" y="24073"/>
                  <a:pt x="520731" y="26388"/>
                </a:cubicBezTo>
                <a:cubicBezTo>
                  <a:pt x="524237" y="28703"/>
                  <a:pt x="526961" y="32017"/>
                  <a:pt x="528542" y="35913"/>
                </a:cubicBezTo>
                <a:cubicBezTo>
                  <a:pt x="530475" y="41809"/>
                  <a:pt x="531314" y="48000"/>
                  <a:pt x="531018" y="54201"/>
                </a:cubicBezTo>
                <a:lnTo>
                  <a:pt x="531018" y="85443"/>
                </a:lnTo>
                <a:lnTo>
                  <a:pt x="523208" y="85443"/>
                </a:lnTo>
                <a:lnTo>
                  <a:pt x="523208" y="56868"/>
                </a:lnTo>
                <a:cubicBezTo>
                  <a:pt x="523379" y="52182"/>
                  <a:pt x="523094" y="47495"/>
                  <a:pt x="522351" y="42866"/>
                </a:cubicBezTo>
                <a:cubicBezTo>
                  <a:pt x="521789" y="39171"/>
                  <a:pt x="519931" y="35799"/>
                  <a:pt x="517112" y="33341"/>
                </a:cubicBezTo>
                <a:cubicBezTo>
                  <a:pt x="514216" y="31217"/>
                  <a:pt x="510692" y="30150"/>
                  <a:pt x="507111" y="30293"/>
                </a:cubicBezTo>
                <a:cubicBezTo>
                  <a:pt x="502415" y="30255"/>
                  <a:pt x="497872" y="31951"/>
                  <a:pt x="494347" y="35056"/>
                </a:cubicBezTo>
                <a:cubicBezTo>
                  <a:pt x="490709" y="37989"/>
                  <a:pt x="488127" y="42038"/>
                  <a:pt x="487013" y="46581"/>
                </a:cubicBezTo>
                <a:cubicBezTo>
                  <a:pt x="486060" y="52048"/>
                  <a:pt x="485670" y="57601"/>
                  <a:pt x="485870" y="63154"/>
                </a:cubicBezTo>
                <a:lnTo>
                  <a:pt x="485870" y="85443"/>
                </a:lnTo>
                <a:lnTo>
                  <a:pt x="478059" y="85443"/>
                </a:lnTo>
                <a:lnTo>
                  <a:pt x="478059" y="24673"/>
                </a:lnTo>
                <a:lnTo>
                  <a:pt x="485870" y="24673"/>
                </a:lnTo>
                <a:lnTo>
                  <a:pt x="485870" y="35532"/>
                </a:lnTo>
                <a:cubicBezTo>
                  <a:pt x="488623" y="31665"/>
                  <a:pt x="492166" y="28417"/>
                  <a:pt x="496252" y="26007"/>
                </a:cubicBezTo>
                <a:cubicBezTo>
                  <a:pt x="500062" y="23988"/>
                  <a:pt x="504320" y="22940"/>
                  <a:pt x="508635" y="22959"/>
                </a:cubicBezTo>
                <a:close/>
                <a:moveTo>
                  <a:pt x="599218" y="22769"/>
                </a:moveTo>
                <a:cubicBezTo>
                  <a:pt x="603914" y="22712"/>
                  <a:pt x="608553" y="23788"/>
                  <a:pt x="612744" y="25913"/>
                </a:cubicBezTo>
                <a:cubicBezTo>
                  <a:pt x="616954" y="28227"/>
                  <a:pt x="620573" y="31485"/>
                  <a:pt x="623316" y="35438"/>
                </a:cubicBezTo>
                <a:lnTo>
                  <a:pt x="623316" y="24674"/>
                </a:lnTo>
                <a:lnTo>
                  <a:pt x="631127" y="24674"/>
                </a:lnTo>
                <a:lnTo>
                  <a:pt x="631127" y="85444"/>
                </a:lnTo>
                <a:lnTo>
                  <a:pt x="623412" y="85444"/>
                </a:lnTo>
                <a:lnTo>
                  <a:pt x="623412" y="74966"/>
                </a:lnTo>
                <a:cubicBezTo>
                  <a:pt x="620449" y="78700"/>
                  <a:pt x="616716" y="81758"/>
                  <a:pt x="612458" y="83920"/>
                </a:cubicBezTo>
                <a:cubicBezTo>
                  <a:pt x="608295" y="86015"/>
                  <a:pt x="603685" y="87063"/>
                  <a:pt x="599028" y="86968"/>
                </a:cubicBezTo>
                <a:cubicBezTo>
                  <a:pt x="590684" y="87015"/>
                  <a:pt x="582702" y="83558"/>
                  <a:pt x="577025" y="77443"/>
                </a:cubicBezTo>
                <a:cubicBezTo>
                  <a:pt x="570862" y="71480"/>
                  <a:pt x="567414" y="63251"/>
                  <a:pt x="567500" y="54678"/>
                </a:cubicBezTo>
                <a:cubicBezTo>
                  <a:pt x="567424" y="46220"/>
                  <a:pt x="570872" y="38105"/>
                  <a:pt x="577025" y="32294"/>
                </a:cubicBezTo>
                <a:cubicBezTo>
                  <a:pt x="582740" y="26122"/>
                  <a:pt x="590808" y="22655"/>
                  <a:pt x="599218" y="22769"/>
                </a:cubicBezTo>
                <a:close/>
                <a:moveTo>
                  <a:pt x="428911" y="22769"/>
                </a:moveTo>
                <a:cubicBezTo>
                  <a:pt x="433607" y="22712"/>
                  <a:pt x="438246" y="23788"/>
                  <a:pt x="442437" y="25912"/>
                </a:cubicBezTo>
                <a:cubicBezTo>
                  <a:pt x="446647" y="28227"/>
                  <a:pt x="450266" y="31484"/>
                  <a:pt x="453009" y="35437"/>
                </a:cubicBezTo>
                <a:lnTo>
                  <a:pt x="453009" y="24674"/>
                </a:lnTo>
                <a:lnTo>
                  <a:pt x="460820" y="24674"/>
                </a:lnTo>
                <a:lnTo>
                  <a:pt x="460820" y="85443"/>
                </a:lnTo>
                <a:lnTo>
                  <a:pt x="453105" y="85443"/>
                </a:lnTo>
                <a:lnTo>
                  <a:pt x="453105" y="74966"/>
                </a:lnTo>
                <a:cubicBezTo>
                  <a:pt x="450162" y="78719"/>
                  <a:pt x="446418" y="81786"/>
                  <a:pt x="442151" y="83919"/>
                </a:cubicBezTo>
                <a:cubicBezTo>
                  <a:pt x="437988" y="86015"/>
                  <a:pt x="433378" y="87063"/>
                  <a:pt x="428721" y="86967"/>
                </a:cubicBezTo>
                <a:cubicBezTo>
                  <a:pt x="420377" y="87015"/>
                  <a:pt x="412395" y="83557"/>
                  <a:pt x="406718" y="77442"/>
                </a:cubicBezTo>
                <a:cubicBezTo>
                  <a:pt x="400555" y="71480"/>
                  <a:pt x="397107" y="63250"/>
                  <a:pt x="397193" y="54677"/>
                </a:cubicBezTo>
                <a:cubicBezTo>
                  <a:pt x="397155" y="46229"/>
                  <a:pt x="400603" y="38132"/>
                  <a:pt x="406718" y="32294"/>
                </a:cubicBezTo>
                <a:cubicBezTo>
                  <a:pt x="412452" y="26141"/>
                  <a:pt x="420501" y="22683"/>
                  <a:pt x="428911" y="22769"/>
                </a:cubicBezTo>
                <a:close/>
                <a:moveTo>
                  <a:pt x="48863" y="1529"/>
                </a:moveTo>
                <a:lnTo>
                  <a:pt x="56674" y="1529"/>
                </a:lnTo>
                <a:lnTo>
                  <a:pt x="56674" y="85730"/>
                </a:lnTo>
                <a:lnTo>
                  <a:pt x="48863" y="85730"/>
                </a:lnTo>
                <a:close/>
                <a:moveTo>
                  <a:pt x="148209" y="1147"/>
                </a:moveTo>
                <a:lnTo>
                  <a:pt x="156020" y="1528"/>
                </a:lnTo>
                <a:lnTo>
                  <a:pt x="156020" y="85729"/>
                </a:lnTo>
                <a:lnTo>
                  <a:pt x="148305" y="85729"/>
                </a:lnTo>
                <a:lnTo>
                  <a:pt x="148305" y="75251"/>
                </a:lnTo>
                <a:cubicBezTo>
                  <a:pt x="145342" y="78985"/>
                  <a:pt x="141609" y="82042"/>
                  <a:pt x="137351" y="84205"/>
                </a:cubicBezTo>
                <a:cubicBezTo>
                  <a:pt x="133188" y="86300"/>
                  <a:pt x="128578" y="87348"/>
                  <a:pt x="123921" y="87253"/>
                </a:cubicBezTo>
                <a:cubicBezTo>
                  <a:pt x="115577" y="87300"/>
                  <a:pt x="107595" y="83843"/>
                  <a:pt x="101918" y="77728"/>
                </a:cubicBezTo>
                <a:cubicBezTo>
                  <a:pt x="95755" y="71765"/>
                  <a:pt x="92307" y="63535"/>
                  <a:pt x="92393" y="54963"/>
                </a:cubicBezTo>
                <a:cubicBezTo>
                  <a:pt x="92355" y="46514"/>
                  <a:pt x="95803" y="38418"/>
                  <a:pt x="101918" y="32579"/>
                </a:cubicBezTo>
                <a:cubicBezTo>
                  <a:pt x="107633" y="26407"/>
                  <a:pt x="115701" y="22940"/>
                  <a:pt x="124111" y="23054"/>
                </a:cubicBezTo>
                <a:cubicBezTo>
                  <a:pt x="128807" y="22997"/>
                  <a:pt x="133446" y="24073"/>
                  <a:pt x="137637" y="26197"/>
                </a:cubicBezTo>
                <a:cubicBezTo>
                  <a:pt x="141847" y="28512"/>
                  <a:pt x="145466" y="31769"/>
                  <a:pt x="148209" y="35722"/>
                </a:cubicBezTo>
                <a:close/>
                <a:moveTo>
                  <a:pt x="550450" y="4"/>
                </a:moveTo>
                <a:cubicBezTo>
                  <a:pt x="552183" y="-63"/>
                  <a:pt x="553850" y="633"/>
                  <a:pt x="555022" y="1909"/>
                </a:cubicBezTo>
                <a:cubicBezTo>
                  <a:pt x="556260" y="3109"/>
                  <a:pt x="556946" y="4757"/>
                  <a:pt x="556927" y="6481"/>
                </a:cubicBezTo>
                <a:cubicBezTo>
                  <a:pt x="556927" y="8167"/>
                  <a:pt x="556241" y="9786"/>
                  <a:pt x="555022" y="10958"/>
                </a:cubicBezTo>
                <a:cubicBezTo>
                  <a:pt x="553822" y="12196"/>
                  <a:pt x="552174" y="12882"/>
                  <a:pt x="550450" y="12863"/>
                </a:cubicBezTo>
                <a:cubicBezTo>
                  <a:pt x="548764" y="12863"/>
                  <a:pt x="547144" y="12177"/>
                  <a:pt x="545973" y="10958"/>
                </a:cubicBezTo>
                <a:cubicBezTo>
                  <a:pt x="544754" y="9786"/>
                  <a:pt x="544068" y="8167"/>
                  <a:pt x="544068" y="6481"/>
                </a:cubicBezTo>
                <a:cubicBezTo>
                  <a:pt x="544049" y="4757"/>
                  <a:pt x="544735" y="3109"/>
                  <a:pt x="545973" y="1909"/>
                </a:cubicBezTo>
                <a:cubicBezTo>
                  <a:pt x="547116" y="652"/>
                  <a:pt x="548754" y="-44"/>
                  <a:pt x="550450" y="4"/>
                </a:cubicBezTo>
                <a:close/>
                <a:moveTo>
                  <a:pt x="75628" y="4"/>
                </a:moveTo>
                <a:cubicBezTo>
                  <a:pt x="77362" y="-63"/>
                  <a:pt x="79029" y="633"/>
                  <a:pt x="80200" y="1909"/>
                </a:cubicBezTo>
                <a:cubicBezTo>
                  <a:pt x="81439" y="3109"/>
                  <a:pt x="82124" y="4757"/>
                  <a:pt x="82105" y="6481"/>
                </a:cubicBezTo>
                <a:cubicBezTo>
                  <a:pt x="82105" y="8167"/>
                  <a:pt x="81420" y="9786"/>
                  <a:pt x="80200" y="10958"/>
                </a:cubicBezTo>
                <a:cubicBezTo>
                  <a:pt x="79000" y="12196"/>
                  <a:pt x="77352" y="12882"/>
                  <a:pt x="75628" y="12863"/>
                </a:cubicBezTo>
                <a:cubicBezTo>
                  <a:pt x="73942" y="12863"/>
                  <a:pt x="72323" y="12177"/>
                  <a:pt x="71152" y="10958"/>
                </a:cubicBezTo>
                <a:cubicBezTo>
                  <a:pt x="69932" y="9786"/>
                  <a:pt x="69247" y="8167"/>
                  <a:pt x="69247" y="6481"/>
                </a:cubicBezTo>
                <a:cubicBezTo>
                  <a:pt x="69228" y="4757"/>
                  <a:pt x="69913" y="3109"/>
                  <a:pt x="71152" y="1909"/>
                </a:cubicBezTo>
                <a:cubicBezTo>
                  <a:pt x="72295" y="652"/>
                  <a:pt x="73933" y="-44"/>
                  <a:pt x="75628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5" Type="http://schemas.openxmlformats.org/officeDocument/2006/relationships/image" Target="../media/image9.png"/><Relationship Id="rId6" Type="http://schemas.openxmlformats.org/officeDocument/2006/relationships/image" Target="../media/image22.png"/><Relationship Id="rId7" Type="http://schemas.openxmlformats.org/officeDocument/2006/relationships/image" Target="../media/image27.png"/><Relationship Id="rId8" Type="http://schemas.openxmlformats.org/officeDocument/2006/relationships/image" Target="../media/image3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png"/><Relationship Id="rId4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6.png"/><Relationship Id="rId4" Type="http://schemas.openxmlformats.org/officeDocument/2006/relationships/image" Target="../media/image2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9.png"/><Relationship Id="rId4" Type="http://schemas.openxmlformats.org/officeDocument/2006/relationships/image" Target="../media/image3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5.jpg"/><Relationship Id="rId4" Type="http://schemas.openxmlformats.org/officeDocument/2006/relationships/image" Target="../media/image52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8.png"/><Relationship Id="rId4" Type="http://schemas.openxmlformats.org/officeDocument/2006/relationships/image" Target="../media/image3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4.png"/><Relationship Id="rId4" Type="http://schemas.openxmlformats.org/officeDocument/2006/relationships/image" Target="../media/image3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3.png"/><Relationship Id="rId4" Type="http://schemas.openxmlformats.org/officeDocument/2006/relationships/image" Target="../media/image4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40.png"/><Relationship Id="rId6" Type="http://schemas.openxmlformats.org/officeDocument/2006/relationships/image" Target="../media/image4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2.png"/><Relationship Id="rId4" Type="http://schemas.openxmlformats.org/officeDocument/2006/relationships/image" Target="../media/image46.png"/><Relationship Id="rId5" Type="http://schemas.openxmlformats.org/officeDocument/2006/relationships/image" Target="../media/image5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7.png"/><Relationship Id="rId4" Type="http://schemas.openxmlformats.org/officeDocument/2006/relationships/image" Target="../media/image49.png"/><Relationship Id="rId5" Type="http://schemas.openxmlformats.org/officeDocument/2006/relationships/image" Target="../media/image6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8.png"/><Relationship Id="rId4" Type="http://schemas.openxmlformats.org/officeDocument/2006/relationships/image" Target="../media/image59.png"/><Relationship Id="rId5" Type="http://schemas.openxmlformats.org/officeDocument/2006/relationships/image" Target="../media/image71.png"/><Relationship Id="rId6" Type="http://schemas.openxmlformats.org/officeDocument/2006/relationships/image" Target="../media/image5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0.png"/><Relationship Id="rId4" Type="http://schemas.openxmlformats.org/officeDocument/2006/relationships/image" Target="../media/image5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6.png"/><Relationship Id="rId4" Type="http://schemas.openxmlformats.org/officeDocument/2006/relationships/image" Target="../media/image5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61.png"/><Relationship Id="rId4" Type="http://schemas.openxmlformats.org/officeDocument/2006/relationships/image" Target="../media/image75.png"/><Relationship Id="rId5" Type="http://schemas.openxmlformats.org/officeDocument/2006/relationships/image" Target="../media/image5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64.png"/><Relationship Id="rId4" Type="http://schemas.openxmlformats.org/officeDocument/2006/relationships/image" Target="../media/image70.png"/><Relationship Id="rId5" Type="http://schemas.openxmlformats.org/officeDocument/2006/relationships/image" Target="../media/image6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68.png"/><Relationship Id="rId4" Type="http://schemas.openxmlformats.org/officeDocument/2006/relationships/image" Target="../media/image6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72.png"/><Relationship Id="rId4" Type="http://schemas.openxmlformats.org/officeDocument/2006/relationships/image" Target="../media/image67.png"/><Relationship Id="rId5" Type="http://schemas.openxmlformats.org/officeDocument/2006/relationships/image" Target="../media/image6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74.png"/><Relationship Id="rId4" Type="http://schemas.openxmlformats.org/officeDocument/2006/relationships/image" Target="../media/image66.png"/><Relationship Id="rId5" Type="http://schemas.openxmlformats.org/officeDocument/2006/relationships/image" Target="../media/image77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76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73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0" Type="http://schemas.openxmlformats.org/officeDocument/2006/relationships/hyperlink" Target="https://www.ncbi.nlm.nih.gov/pmc/articles/PMC6268174/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hyperlink" Target="https://www.ncbi.nlm.nih.gov/books/NBK557798/" TargetMode="External"/><Relationship Id="rId4" Type="http://schemas.openxmlformats.org/officeDocument/2006/relationships/hyperlink" Target="https://www.ncbi.nlm.nih.gov/books/NBK557798/" TargetMode="External"/><Relationship Id="rId9" Type="http://schemas.openxmlformats.org/officeDocument/2006/relationships/hyperlink" Target="https://www.ncbi.nlm.nih.gov/pmc/articles/PMC6268174/" TargetMode="External"/><Relationship Id="rId5" Type="http://schemas.openxmlformats.org/officeDocument/2006/relationships/hyperlink" Target="https://www.ncbi.nlm.nih.gov/books/NBK556063/" TargetMode="External"/><Relationship Id="rId6" Type="http://schemas.openxmlformats.org/officeDocument/2006/relationships/hyperlink" Target="https://www.ncbi.nlm.nih.gov/books/NBK556063/" TargetMode="External"/><Relationship Id="rId7" Type="http://schemas.openxmlformats.org/officeDocument/2006/relationships/hyperlink" Target="https://www.ncbi.nlm.nih.gov/books/NBK539747/" TargetMode="External"/><Relationship Id="rId8" Type="http://schemas.openxmlformats.org/officeDocument/2006/relationships/hyperlink" Target="https://www.ncbi.nlm.nih.gov/books/NBK539747/" TargetMode="Externa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21"/>
          <p:cNvSpPr txBox="1"/>
          <p:nvPr>
            <p:ph type="ctrTitle"/>
          </p:nvPr>
        </p:nvSpPr>
        <p:spPr>
          <a:xfrm>
            <a:off x="912825" y="1753975"/>
            <a:ext cx="65040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8210"/>
              <a:t>Catheter Placement</a:t>
            </a:r>
            <a:endParaRPr sz="8210"/>
          </a:p>
        </p:txBody>
      </p:sp>
      <p:sp>
        <p:nvSpPr>
          <p:cNvPr id="514" name="Google Shape;514;p21"/>
          <p:cNvSpPr txBox="1"/>
          <p:nvPr>
            <p:ph idx="1" type="subTitle"/>
          </p:nvPr>
        </p:nvSpPr>
        <p:spPr>
          <a:xfrm>
            <a:off x="912825" y="4540025"/>
            <a:ext cx="6504000" cy="564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2.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2"/>
          <p:cNvSpPr/>
          <p:nvPr/>
        </p:nvSpPr>
        <p:spPr>
          <a:xfrm>
            <a:off x="9282703" y="1814535"/>
            <a:ext cx="2118300" cy="1316700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520" name="Google Shape;520;p22"/>
          <p:cNvSpPr txBox="1"/>
          <p:nvPr>
            <p:ph type="title"/>
          </p:nvPr>
        </p:nvSpPr>
        <p:spPr>
          <a:xfrm>
            <a:off x="924900" y="633475"/>
            <a:ext cx="103422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our team.</a:t>
            </a:r>
            <a:endParaRPr/>
          </a:p>
        </p:txBody>
      </p:sp>
      <p:sp>
        <p:nvSpPr>
          <p:cNvPr id="521" name="Google Shape;521;p22"/>
          <p:cNvSpPr txBox="1"/>
          <p:nvPr>
            <p:ph idx="1" type="body"/>
          </p:nvPr>
        </p:nvSpPr>
        <p:spPr>
          <a:xfrm>
            <a:off x="2253094" y="5582581"/>
            <a:ext cx="2118300" cy="440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600"/>
              </a:spcAft>
              <a:buSzPts val="770"/>
              <a:buNone/>
            </a:pPr>
            <a:r>
              <a:rPr lang="en" sz="1600"/>
              <a:t>Aden Siau</a:t>
            </a:r>
            <a:endParaRPr sz="1600"/>
          </a:p>
        </p:txBody>
      </p:sp>
      <p:sp>
        <p:nvSpPr>
          <p:cNvPr id="522" name="Google Shape;522;p22"/>
          <p:cNvSpPr txBox="1"/>
          <p:nvPr>
            <p:ph idx="5" type="body"/>
          </p:nvPr>
        </p:nvSpPr>
        <p:spPr>
          <a:xfrm>
            <a:off x="9282709" y="3344781"/>
            <a:ext cx="2118300" cy="440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600"/>
              </a:spcAft>
              <a:buSzPts val="770"/>
              <a:buNone/>
            </a:pPr>
            <a:r>
              <a:rPr lang="en" sz="1600"/>
              <a:t>Charles Connell</a:t>
            </a:r>
            <a:endParaRPr sz="1600"/>
          </a:p>
        </p:txBody>
      </p:sp>
      <p:sp>
        <p:nvSpPr>
          <p:cNvPr id="523" name="Google Shape;523;p22"/>
          <p:cNvSpPr txBox="1"/>
          <p:nvPr>
            <p:ph idx="1" type="body"/>
          </p:nvPr>
        </p:nvSpPr>
        <p:spPr>
          <a:xfrm>
            <a:off x="924900" y="3344774"/>
            <a:ext cx="2139600" cy="440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600"/>
              </a:spcAft>
              <a:buSzPts val="770"/>
              <a:buNone/>
            </a:pPr>
            <a:r>
              <a:rPr lang="en" sz="1600"/>
              <a:t>Byron Shim</a:t>
            </a:r>
            <a:endParaRPr sz="1600"/>
          </a:p>
        </p:txBody>
      </p:sp>
      <p:sp>
        <p:nvSpPr>
          <p:cNvPr id="524" name="Google Shape;524;p22"/>
          <p:cNvSpPr txBox="1"/>
          <p:nvPr>
            <p:ph idx="3" type="body"/>
          </p:nvPr>
        </p:nvSpPr>
        <p:spPr>
          <a:xfrm>
            <a:off x="5087924" y="5582574"/>
            <a:ext cx="2139600" cy="440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600"/>
              </a:spcAft>
              <a:buSzPts val="770"/>
              <a:buNone/>
            </a:pPr>
            <a:r>
              <a:rPr lang="en" sz="1600"/>
              <a:t>Stefano Nicholas Rusli</a:t>
            </a:r>
            <a:endParaRPr sz="1600"/>
          </a:p>
        </p:txBody>
      </p:sp>
      <p:sp>
        <p:nvSpPr>
          <p:cNvPr id="525" name="Google Shape;525;p22"/>
          <p:cNvSpPr txBox="1"/>
          <p:nvPr>
            <p:ph idx="5" type="body"/>
          </p:nvPr>
        </p:nvSpPr>
        <p:spPr>
          <a:xfrm>
            <a:off x="8058583" y="5597149"/>
            <a:ext cx="2139600" cy="440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600"/>
              </a:spcAft>
              <a:buSzPts val="770"/>
              <a:buNone/>
            </a:pPr>
            <a:r>
              <a:rPr lang="en" sz="1600"/>
              <a:t>Avish Narayan</a:t>
            </a:r>
            <a:r>
              <a:rPr lang="en" sz="1600"/>
              <a:t> </a:t>
            </a:r>
            <a:endParaRPr sz="1600"/>
          </a:p>
        </p:txBody>
      </p:sp>
      <p:sp>
        <p:nvSpPr>
          <p:cNvPr id="526" name="Google Shape;526;p22"/>
          <p:cNvSpPr txBox="1"/>
          <p:nvPr>
            <p:ph idx="3" type="body"/>
          </p:nvPr>
        </p:nvSpPr>
        <p:spPr>
          <a:xfrm>
            <a:off x="3753328" y="3208644"/>
            <a:ext cx="2118300" cy="440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1600"/>
              <a:t>Yohan Nanayakkara</a:t>
            </a:r>
            <a:endParaRPr sz="1600"/>
          </a:p>
          <a:p>
            <a:pPr indent="0" lvl="0" marL="0" rtl="0" algn="ctr">
              <a:lnSpc>
                <a:spcPct val="95000"/>
              </a:lnSpc>
              <a:spcBef>
                <a:spcPts val="1600"/>
              </a:spcBef>
              <a:spcAft>
                <a:spcPts val="1600"/>
              </a:spcAft>
              <a:buSzPts val="770"/>
              <a:buNone/>
            </a:pPr>
            <a:r>
              <a:t/>
            </a:r>
            <a:endParaRPr sz="1600"/>
          </a:p>
        </p:txBody>
      </p:sp>
      <p:sp>
        <p:nvSpPr>
          <p:cNvPr id="527" name="Google Shape;527;p22"/>
          <p:cNvSpPr txBox="1"/>
          <p:nvPr>
            <p:ph idx="3" type="body"/>
          </p:nvPr>
        </p:nvSpPr>
        <p:spPr>
          <a:xfrm>
            <a:off x="6318003" y="3344781"/>
            <a:ext cx="2118300" cy="440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600"/>
              </a:spcAft>
              <a:buSzPts val="770"/>
              <a:buNone/>
            </a:pPr>
            <a:r>
              <a:rPr lang="en" sz="1600"/>
              <a:t>Jaehong Kang</a:t>
            </a:r>
            <a:endParaRPr sz="1600"/>
          </a:p>
        </p:txBody>
      </p:sp>
      <p:pic>
        <p:nvPicPr>
          <p:cNvPr id="528" name="Google Shape;528;p22"/>
          <p:cNvPicPr preferRelativeResize="0"/>
          <p:nvPr/>
        </p:nvPicPr>
        <p:blipFill rotWithShape="1">
          <a:blip r:embed="rId3">
            <a:alphaModFix/>
          </a:blip>
          <a:srcRect b="72367" l="0" r="0" t="0"/>
          <a:stretch/>
        </p:blipFill>
        <p:spPr>
          <a:xfrm>
            <a:off x="5087925" y="4000687"/>
            <a:ext cx="2139600" cy="13812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p22"/>
          <p:cNvPicPr preferRelativeResize="0"/>
          <p:nvPr/>
        </p:nvPicPr>
        <p:blipFill rotWithShape="1">
          <a:blip r:embed="rId4">
            <a:alphaModFix/>
          </a:blip>
          <a:srcRect b="35958" l="11395" r="0" t="22375"/>
          <a:stretch/>
        </p:blipFill>
        <p:spPr>
          <a:xfrm>
            <a:off x="6538287" y="1722475"/>
            <a:ext cx="2059212" cy="1407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p22"/>
          <p:cNvPicPr preferRelativeResize="0"/>
          <p:nvPr/>
        </p:nvPicPr>
        <p:blipFill rotWithShape="1">
          <a:blip r:embed="rId5">
            <a:alphaModFix/>
          </a:blip>
          <a:srcRect b="35863" l="0" r="0" t="13540"/>
          <a:stretch/>
        </p:blipFill>
        <p:spPr>
          <a:xfrm>
            <a:off x="3652448" y="1727363"/>
            <a:ext cx="2320077" cy="139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1" name="Google Shape;531;p22"/>
          <p:cNvPicPr preferRelativeResize="0"/>
          <p:nvPr/>
        </p:nvPicPr>
        <p:blipFill rotWithShape="1">
          <a:blip r:embed="rId6">
            <a:alphaModFix/>
          </a:blip>
          <a:srcRect b="65091" l="2135" r="39382" t="0"/>
          <a:stretch/>
        </p:blipFill>
        <p:spPr>
          <a:xfrm>
            <a:off x="9272050" y="1732200"/>
            <a:ext cx="2118300" cy="145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22"/>
          <p:cNvPicPr preferRelativeResize="0"/>
          <p:nvPr/>
        </p:nvPicPr>
        <p:blipFill rotWithShape="1">
          <a:blip r:embed="rId7">
            <a:alphaModFix/>
          </a:blip>
          <a:srcRect b="37596" l="0" r="0" t="34546"/>
          <a:stretch/>
        </p:blipFill>
        <p:spPr>
          <a:xfrm>
            <a:off x="7920938" y="3941700"/>
            <a:ext cx="2414868" cy="1456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" name="Google Shape;533;p22"/>
          <p:cNvPicPr preferRelativeResize="0"/>
          <p:nvPr/>
        </p:nvPicPr>
        <p:blipFill rotWithShape="1">
          <a:blip r:embed="rId8">
            <a:alphaModFix/>
          </a:blip>
          <a:srcRect b="50623" l="13920" r="10796" t="25995"/>
          <a:stretch/>
        </p:blipFill>
        <p:spPr>
          <a:xfrm>
            <a:off x="2230000" y="4000663"/>
            <a:ext cx="2164500" cy="142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22"/>
          <p:cNvPicPr preferRelativeResize="0"/>
          <p:nvPr/>
        </p:nvPicPr>
        <p:blipFill rotWithShape="1">
          <a:blip r:embed="rId9">
            <a:alphaModFix/>
          </a:blip>
          <a:srcRect b="44906" l="0" r="21991" t="33102"/>
          <a:stretch/>
        </p:blipFill>
        <p:spPr>
          <a:xfrm>
            <a:off x="766625" y="1732200"/>
            <a:ext cx="2320074" cy="1415956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23"/>
          <p:cNvSpPr txBox="1"/>
          <p:nvPr>
            <p:ph type="title"/>
          </p:nvPr>
        </p:nvSpPr>
        <p:spPr>
          <a:xfrm>
            <a:off x="4677525" y="593375"/>
            <a:ext cx="68940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/>
              <a:t>Table of contents.</a:t>
            </a:r>
            <a:endParaRPr/>
          </a:p>
        </p:txBody>
      </p:sp>
      <p:sp>
        <p:nvSpPr>
          <p:cNvPr id="540" name="Google Shape;540;p23"/>
          <p:cNvSpPr txBox="1"/>
          <p:nvPr>
            <p:ph idx="1" type="subTitle"/>
          </p:nvPr>
        </p:nvSpPr>
        <p:spPr>
          <a:xfrm>
            <a:off x="5487527" y="1940900"/>
            <a:ext cx="6084000" cy="310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541" name="Google Shape;541;p23"/>
          <p:cNvSpPr txBox="1"/>
          <p:nvPr>
            <p:ph idx="5" type="subTitle"/>
          </p:nvPr>
        </p:nvSpPr>
        <p:spPr>
          <a:xfrm>
            <a:off x="5487527" y="2691683"/>
            <a:ext cx="6084000" cy="310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"/>
              <a:t>What is a catheter?</a:t>
            </a:r>
            <a:endParaRPr/>
          </a:p>
        </p:txBody>
      </p:sp>
      <p:sp>
        <p:nvSpPr>
          <p:cNvPr id="542" name="Google Shape;542;p23"/>
          <p:cNvSpPr txBox="1"/>
          <p:nvPr>
            <p:ph idx="9" type="subTitle"/>
          </p:nvPr>
        </p:nvSpPr>
        <p:spPr>
          <a:xfrm>
            <a:off x="5487527" y="3485492"/>
            <a:ext cx="6084000" cy="310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"/>
              <a:t>Exploratory Data Analysis</a:t>
            </a:r>
            <a:endParaRPr/>
          </a:p>
        </p:txBody>
      </p:sp>
      <p:sp>
        <p:nvSpPr>
          <p:cNvPr id="543" name="Google Shape;543;p23"/>
          <p:cNvSpPr txBox="1"/>
          <p:nvPr>
            <p:ph idx="14" type="subTitle"/>
          </p:nvPr>
        </p:nvSpPr>
        <p:spPr>
          <a:xfrm>
            <a:off x="5487527" y="4236278"/>
            <a:ext cx="6084000" cy="310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"/>
              <a:t>Modelling</a:t>
            </a:r>
            <a:endParaRPr/>
          </a:p>
        </p:txBody>
      </p:sp>
      <p:sp>
        <p:nvSpPr>
          <p:cNvPr id="544" name="Google Shape;544;p23"/>
          <p:cNvSpPr/>
          <p:nvPr/>
        </p:nvSpPr>
        <p:spPr>
          <a:xfrm>
            <a:off x="4677513" y="1792675"/>
            <a:ext cx="607200" cy="60720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01</a:t>
            </a:r>
            <a:endParaRPr sz="2400">
              <a:solidFill>
                <a:schemeClr val="accent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545" name="Google Shape;545;p23"/>
          <p:cNvSpPr/>
          <p:nvPr/>
        </p:nvSpPr>
        <p:spPr>
          <a:xfrm>
            <a:off x="4677513" y="4838875"/>
            <a:ext cx="607200" cy="60720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05</a:t>
            </a:r>
            <a:endParaRPr sz="2400">
              <a:solidFill>
                <a:schemeClr val="accent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546" name="Google Shape;546;p23"/>
          <p:cNvSpPr/>
          <p:nvPr/>
        </p:nvSpPr>
        <p:spPr>
          <a:xfrm>
            <a:off x="4677513" y="4088090"/>
            <a:ext cx="607200" cy="60720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04</a:t>
            </a:r>
            <a:endParaRPr sz="2400">
              <a:solidFill>
                <a:schemeClr val="accent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547" name="Google Shape;547;p23"/>
          <p:cNvSpPr/>
          <p:nvPr/>
        </p:nvSpPr>
        <p:spPr>
          <a:xfrm>
            <a:off x="4677513" y="3337305"/>
            <a:ext cx="607200" cy="60720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03</a:t>
            </a:r>
            <a:endParaRPr sz="2400">
              <a:solidFill>
                <a:schemeClr val="accent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548" name="Google Shape;548;p23"/>
          <p:cNvSpPr/>
          <p:nvPr/>
        </p:nvSpPr>
        <p:spPr>
          <a:xfrm>
            <a:off x="4677513" y="2543460"/>
            <a:ext cx="607200" cy="60720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02</a:t>
            </a:r>
            <a:endParaRPr sz="2400">
              <a:solidFill>
                <a:schemeClr val="accent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549" name="Google Shape;549;p23"/>
          <p:cNvSpPr txBox="1"/>
          <p:nvPr>
            <p:ph idx="14" type="subTitle"/>
          </p:nvPr>
        </p:nvSpPr>
        <p:spPr>
          <a:xfrm>
            <a:off x="5487527" y="4987053"/>
            <a:ext cx="6084000" cy="310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"/>
              <a:t>Conclusion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4"/>
          <p:cNvSpPr txBox="1"/>
          <p:nvPr>
            <p:ph type="title"/>
          </p:nvPr>
        </p:nvSpPr>
        <p:spPr>
          <a:xfrm>
            <a:off x="1614900" y="2944525"/>
            <a:ext cx="8962200" cy="1032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555" name="Google Shape;555;p24"/>
          <p:cNvSpPr/>
          <p:nvPr/>
        </p:nvSpPr>
        <p:spPr>
          <a:xfrm>
            <a:off x="1614900" y="945725"/>
            <a:ext cx="1742400" cy="174240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01</a:t>
            </a:r>
            <a:endParaRPr sz="9600">
              <a:solidFill>
                <a:schemeClr val="accent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5"/>
          <p:cNvSpPr txBox="1"/>
          <p:nvPr>
            <p:ph type="title"/>
          </p:nvPr>
        </p:nvSpPr>
        <p:spPr>
          <a:xfrm>
            <a:off x="1373700" y="1020577"/>
            <a:ext cx="9444600" cy="887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</a:t>
            </a:r>
            <a:endParaRPr/>
          </a:p>
        </p:txBody>
      </p:sp>
      <p:sp>
        <p:nvSpPr>
          <p:cNvPr id="561" name="Google Shape;561;p25"/>
          <p:cNvSpPr txBox="1"/>
          <p:nvPr>
            <p:ph idx="1" type="body"/>
          </p:nvPr>
        </p:nvSpPr>
        <p:spPr>
          <a:xfrm>
            <a:off x="1373700" y="2192426"/>
            <a:ext cx="9444600" cy="3541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/>
              <a:t>Medical devices using in medical procedures to perform functions such as removing fluids or delivering medication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/>
              <a:t>Placed in veins connecting to stomach or heart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/>
              <a:t>Medical complications can arise due to malpositioned lines/tubes in patients 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/>
              <a:t>Early detection can be extremely beneficial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6"/>
          <p:cNvSpPr txBox="1"/>
          <p:nvPr>
            <p:ph type="title"/>
          </p:nvPr>
        </p:nvSpPr>
        <p:spPr>
          <a:xfrm>
            <a:off x="1373700" y="1020577"/>
            <a:ext cx="9444600" cy="887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Benefits and implications</a:t>
            </a:r>
            <a:endParaRPr/>
          </a:p>
        </p:txBody>
      </p:sp>
      <p:sp>
        <p:nvSpPr>
          <p:cNvPr id="567" name="Google Shape;567;p26"/>
          <p:cNvSpPr txBox="1"/>
          <p:nvPr>
            <p:ph idx="1" type="body"/>
          </p:nvPr>
        </p:nvSpPr>
        <p:spPr>
          <a:xfrm>
            <a:off x="1373700" y="2192425"/>
            <a:ext cx="9444600" cy="4252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Benefits</a:t>
            </a:r>
            <a:endParaRPr/>
          </a:p>
          <a:p>
            <a:pPr indent="-368300" lvl="0" marL="457200" rtl="0" algn="l">
              <a:spcBef>
                <a:spcPts val="1600"/>
              </a:spcBef>
              <a:spcAft>
                <a:spcPts val="0"/>
              </a:spcAft>
              <a:buSzPts val="2200"/>
              <a:buChar char="-"/>
            </a:pPr>
            <a:r>
              <a:rPr lang="en"/>
              <a:t>Mitigate risk of human error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/>
              <a:t>Early </a:t>
            </a:r>
            <a:r>
              <a:rPr lang="en"/>
              <a:t>detection</a:t>
            </a:r>
            <a:r>
              <a:rPr lang="en"/>
              <a:t> of complications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/>
              <a:t>Faster decision making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implications </a:t>
            </a:r>
            <a:endParaRPr/>
          </a:p>
          <a:p>
            <a:pPr indent="-368300" lvl="0" marL="457200" rtl="0" algn="l">
              <a:spcBef>
                <a:spcPts val="1600"/>
              </a:spcBef>
              <a:spcAft>
                <a:spcPts val="0"/>
              </a:spcAft>
              <a:buSzPts val="2200"/>
              <a:buChar char="-"/>
            </a:pPr>
            <a:r>
              <a:rPr lang="en"/>
              <a:t>Increased</a:t>
            </a:r>
            <a:r>
              <a:rPr lang="en"/>
              <a:t> </a:t>
            </a:r>
            <a:r>
              <a:rPr lang="en"/>
              <a:t>reliance</a:t>
            </a:r>
            <a:r>
              <a:rPr lang="en"/>
              <a:t> of ai use for diagnostics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/>
              <a:t>Ethical</a:t>
            </a:r>
            <a:r>
              <a:rPr lang="en"/>
              <a:t> and legal considerations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27"/>
          <p:cNvSpPr txBox="1"/>
          <p:nvPr>
            <p:ph type="title"/>
          </p:nvPr>
        </p:nvSpPr>
        <p:spPr>
          <a:xfrm>
            <a:off x="1373700" y="1020577"/>
            <a:ext cx="9444600" cy="887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Benefits to Everyday Person</a:t>
            </a:r>
            <a:endParaRPr/>
          </a:p>
        </p:txBody>
      </p:sp>
      <p:sp>
        <p:nvSpPr>
          <p:cNvPr id="573" name="Google Shape;573;p27"/>
          <p:cNvSpPr txBox="1"/>
          <p:nvPr>
            <p:ph idx="1" type="body"/>
          </p:nvPr>
        </p:nvSpPr>
        <p:spPr>
          <a:xfrm>
            <a:off x="1373700" y="2192426"/>
            <a:ext cx="9444600" cy="3541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Specific to catheters:</a:t>
            </a:r>
            <a:endParaRPr/>
          </a:p>
          <a:p>
            <a:pPr indent="-368300" lvl="0" marL="457200" rtl="0" algn="l">
              <a:spcBef>
                <a:spcPts val="1600"/>
              </a:spcBef>
              <a:spcAft>
                <a:spcPts val="0"/>
              </a:spcAft>
              <a:buSzPts val="2200"/>
              <a:buChar char="-"/>
            </a:pPr>
            <a:r>
              <a:rPr lang="en"/>
              <a:t>Classifying the catheter type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/>
              <a:t>Determining if position is correct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In general:</a:t>
            </a:r>
            <a:endParaRPr/>
          </a:p>
          <a:p>
            <a:pPr indent="-368300" lvl="0" marL="457200" rtl="0" algn="l">
              <a:spcBef>
                <a:spcPts val="1600"/>
              </a:spcBef>
              <a:spcAft>
                <a:spcPts val="0"/>
              </a:spcAft>
              <a:buSzPts val="2200"/>
              <a:buChar char="-"/>
            </a:pPr>
            <a:r>
              <a:rPr lang="en"/>
              <a:t>Can be applied to other X-rays such as broken bones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/>
              <a:t>Automating detection can reduce wait times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/>
              <a:t>Process will be faster and cheaper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28"/>
          <p:cNvSpPr txBox="1"/>
          <p:nvPr>
            <p:ph type="title"/>
          </p:nvPr>
        </p:nvSpPr>
        <p:spPr>
          <a:xfrm>
            <a:off x="1373700" y="1020577"/>
            <a:ext cx="9444600" cy="887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goals</a:t>
            </a:r>
            <a:endParaRPr/>
          </a:p>
        </p:txBody>
      </p:sp>
      <p:sp>
        <p:nvSpPr>
          <p:cNvPr id="579" name="Google Shape;579;p28"/>
          <p:cNvSpPr txBox="1"/>
          <p:nvPr>
            <p:ph idx="1" type="body"/>
          </p:nvPr>
        </p:nvSpPr>
        <p:spPr>
          <a:xfrm>
            <a:off x="1373700" y="2192426"/>
            <a:ext cx="9444600" cy="3541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/>
              <a:t>Create a range of binary classification models that detects each catheter type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/>
              <a:t>Create a multi-label classification model that can determine the positioning of a certain type of catheter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/>
              <a:t>This will allow incorrectly positioned catheters to be identified faster, speeding up processes and ensuring procedures are done correctly.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29"/>
          <p:cNvSpPr txBox="1"/>
          <p:nvPr>
            <p:ph type="title"/>
          </p:nvPr>
        </p:nvSpPr>
        <p:spPr>
          <a:xfrm>
            <a:off x="1614900" y="2944525"/>
            <a:ext cx="8962200" cy="1032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Catheter?</a:t>
            </a:r>
            <a:endParaRPr/>
          </a:p>
        </p:txBody>
      </p:sp>
      <p:sp>
        <p:nvSpPr>
          <p:cNvPr id="585" name="Google Shape;585;p29"/>
          <p:cNvSpPr/>
          <p:nvPr/>
        </p:nvSpPr>
        <p:spPr>
          <a:xfrm>
            <a:off x="1614900" y="945725"/>
            <a:ext cx="1742400" cy="174240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02</a:t>
            </a:r>
            <a:endParaRPr sz="9600">
              <a:solidFill>
                <a:schemeClr val="accent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30"/>
          <p:cNvSpPr txBox="1"/>
          <p:nvPr>
            <p:ph type="title"/>
          </p:nvPr>
        </p:nvSpPr>
        <p:spPr>
          <a:xfrm>
            <a:off x="1023125" y="877838"/>
            <a:ext cx="10145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Catheter Classifications</a:t>
            </a:r>
            <a:endParaRPr/>
          </a:p>
        </p:txBody>
      </p:sp>
      <p:sp>
        <p:nvSpPr>
          <p:cNvPr id="591" name="Google Shape;591;p30"/>
          <p:cNvSpPr txBox="1"/>
          <p:nvPr>
            <p:ph idx="1" type="body"/>
          </p:nvPr>
        </p:nvSpPr>
        <p:spPr>
          <a:xfrm>
            <a:off x="1790888" y="2133550"/>
            <a:ext cx="4762800" cy="3846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catheters:</a:t>
            </a:r>
            <a:endParaRPr/>
          </a:p>
          <a:p>
            <a:pPr indent="-368300" lvl="0" marL="457200" rtl="0" algn="l">
              <a:spcBef>
                <a:spcPts val="160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NGT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ETT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CVC</a:t>
            </a:r>
            <a:endParaRPr/>
          </a:p>
        </p:txBody>
      </p:sp>
      <p:sp>
        <p:nvSpPr>
          <p:cNvPr id="592" name="Google Shape;592;p30"/>
          <p:cNvSpPr txBox="1"/>
          <p:nvPr>
            <p:ph idx="2" type="body"/>
          </p:nvPr>
        </p:nvSpPr>
        <p:spPr>
          <a:xfrm>
            <a:off x="5997888" y="2133550"/>
            <a:ext cx="4762800" cy="3846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Classifications:</a:t>
            </a:r>
            <a:endParaRPr/>
          </a:p>
          <a:p>
            <a:pPr indent="-368300" lvl="0" marL="457200" rtl="0" algn="l">
              <a:spcBef>
                <a:spcPts val="160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Normal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Abnormal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Borderline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Incompletely Imaged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31"/>
          <p:cNvSpPr txBox="1"/>
          <p:nvPr>
            <p:ph type="title"/>
          </p:nvPr>
        </p:nvSpPr>
        <p:spPr>
          <a:xfrm>
            <a:off x="1023150" y="358288"/>
            <a:ext cx="10145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NGT - Nasogastric Tube (Normal)</a:t>
            </a:r>
            <a:endParaRPr/>
          </a:p>
        </p:txBody>
      </p:sp>
      <p:sp>
        <p:nvSpPr>
          <p:cNvPr id="598" name="Google Shape;598;p31"/>
          <p:cNvSpPr txBox="1"/>
          <p:nvPr>
            <p:ph idx="1" type="body"/>
          </p:nvPr>
        </p:nvSpPr>
        <p:spPr>
          <a:xfrm>
            <a:off x="1023113" y="2133550"/>
            <a:ext cx="4762800" cy="3846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31"/>
          <p:cNvSpPr txBox="1"/>
          <p:nvPr>
            <p:ph idx="2" type="body"/>
          </p:nvPr>
        </p:nvSpPr>
        <p:spPr>
          <a:xfrm>
            <a:off x="6535975" y="1372400"/>
            <a:ext cx="4247400" cy="4212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Place of insertion:</a:t>
            </a:r>
            <a:endParaRPr/>
          </a:p>
          <a:p>
            <a:pPr indent="-357822" lvl="0" marL="457200" rtl="0" algn="l">
              <a:spcBef>
                <a:spcPts val="16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Nostril</a:t>
            </a:r>
            <a:endParaRPr/>
          </a:p>
          <a:p>
            <a:pPr indent="-35782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Mouth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Where it sits:</a:t>
            </a:r>
            <a:endParaRPr/>
          </a:p>
          <a:p>
            <a:pPr indent="-357822" lvl="0" marL="457200" rtl="0" algn="l">
              <a:spcBef>
                <a:spcPts val="16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Down the esophagus, in the </a:t>
            </a:r>
            <a:r>
              <a:rPr lang="en"/>
              <a:t>stomach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What it does:</a:t>
            </a:r>
            <a:endParaRPr/>
          </a:p>
          <a:p>
            <a:pPr indent="-357822" lvl="0" marL="457200" rtl="0" algn="l">
              <a:spcBef>
                <a:spcPts val="16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Delivers food or medicine</a:t>
            </a:r>
            <a:endParaRPr/>
          </a:p>
          <a:p>
            <a:pPr indent="-35782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Draw substances out, e.g. poisons</a:t>
            </a:r>
            <a:endParaRPr/>
          </a:p>
        </p:txBody>
      </p:sp>
      <p:pic>
        <p:nvPicPr>
          <p:cNvPr id="600" name="Google Shape;60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650" y="1372401"/>
            <a:ext cx="6203450" cy="50755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32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NGT Abnormal</a:t>
            </a:r>
            <a:endParaRPr/>
          </a:p>
        </p:txBody>
      </p:sp>
      <p:pic>
        <p:nvPicPr>
          <p:cNvPr id="606" name="Google Shape;60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675" y="1659950"/>
            <a:ext cx="5675764" cy="46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0775" y="1659950"/>
            <a:ext cx="5625525" cy="46008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33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NGT Borderline</a:t>
            </a:r>
            <a:endParaRPr/>
          </a:p>
        </p:txBody>
      </p:sp>
      <p:pic>
        <p:nvPicPr>
          <p:cNvPr id="613" name="Google Shape;61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875" y="1527400"/>
            <a:ext cx="5652650" cy="463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" name="Google Shape;614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9178" y="1531525"/>
            <a:ext cx="5652649" cy="4626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34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NGT Incompletely Imaged</a:t>
            </a:r>
            <a:endParaRPr/>
          </a:p>
        </p:txBody>
      </p:sp>
      <p:pic>
        <p:nvPicPr>
          <p:cNvPr id="620" name="Google Shape;62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350" y="1628425"/>
            <a:ext cx="5511650" cy="4489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621" name="Google Shape;621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77397" y="1628425"/>
            <a:ext cx="5511651" cy="4505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3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ETT - Endotracheal Tube (Normal)</a:t>
            </a:r>
            <a:endParaRPr/>
          </a:p>
        </p:txBody>
      </p:sp>
      <p:pic>
        <p:nvPicPr>
          <p:cNvPr id="627" name="Google Shape;62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4425" y="1541825"/>
            <a:ext cx="5391776" cy="5096200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p35"/>
          <p:cNvSpPr txBox="1"/>
          <p:nvPr/>
        </p:nvSpPr>
        <p:spPr>
          <a:xfrm>
            <a:off x="6771400" y="1571575"/>
            <a:ext cx="4300800" cy="50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rPr>
              <a:t>Place of insertion:</a:t>
            </a:r>
            <a:endParaRPr sz="2200">
              <a:solidFill>
                <a:schemeClr val="dk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●"/>
            </a:pPr>
            <a:r>
              <a:rPr lang="en" sz="22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rPr>
              <a:t>Mouth (common in emergencies) or nose</a:t>
            </a:r>
            <a:endParaRPr sz="2200">
              <a:solidFill>
                <a:schemeClr val="dk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rPr>
              <a:t>Where it sits:</a:t>
            </a:r>
            <a:endParaRPr sz="2200">
              <a:solidFill>
                <a:schemeClr val="dk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●"/>
            </a:pPr>
            <a:r>
              <a:rPr lang="en" sz="22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rPr>
              <a:t>In the windpipe</a:t>
            </a:r>
            <a:endParaRPr sz="2200">
              <a:solidFill>
                <a:schemeClr val="dk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●"/>
            </a:pPr>
            <a:r>
              <a:rPr lang="en" sz="22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rPr>
              <a:t>Just below the collarbones </a:t>
            </a:r>
            <a:endParaRPr sz="2200">
              <a:solidFill>
                <a:schemeClr val="dk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rPr>
              <a:t>What it does:</a:t>
            </a:r>
            <a:endParaRPr sz="2200">
              <a:solidFill>
                <a:schemeClr val="dk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●"/>
            </a:pPr>
            <a:r>
              <a:rPr lang="en" sz="22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rPr>
              <a:t>Keeps the airway open</a:t>
            </a:r>
            <a:endParaRPr sz="2200">
              <a:solidFill>
                <a:schemeClr val="dk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●"/>
            </a:pPr>
            <a:r>
              <a:rPr lang="en" sz="22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Provides uncontaminated oxygen, medicine or anesthesia</a:t>
            </a:r>
            <a:endParaRPr sz="2200">
              <a:solidFill>
                <a:schemeClr val="dk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ETT Abnormal</a:t>
            </a:r>
            <a:endParaRPr/>
          </a:p>
        </p:txBody>
      </p:sp>
      <p:pic>
        <p:nvPicPr>
          <p:cNvPr id="634" name="Google Shape;634;p36"/>
          <p:cNvPicPr preferRelativeResize="0"/>
          <p:nvPr/>
        </p:nvPicPr>
        <p:blipFill rotWithShape="1">
          <a:blip r:embed="rId3">
            <a:alphaModFix/>
          </a:blip>
          <a:srcRect b="0" l="2676" r="0" t="0"/>
          <a:stretch/>
        </p:blipFill>
        <p:spPr>
          <a:xfrm>
            <a:off x="894425" y="1426375"/>
            <a:ext cx="5201575" cy="472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5" name="Google Shape;635;p36"/>
          <p:cNvPicPr preferRelativeResize="0"/>
          <p:nvPr/>
        </p:nvPicPr>
        <p:blipFill rotWithShape="1">
          <a:blip r:embed="rId4">
            <a:alphaModFix/>
          </a:blip>
          <a:srcRect b="19270" l="0" r="0" t="0"/>
          <a:stretch/>
        </p:blipFill>
        <p:spPr>
          <a:xfrm>
            <a:off x="6190325" y="1426375"/>
            <a:ext cx="4826409" cy="472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37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ETT Borderline</a:t>
            </a:r>
            <a:endParaRPr/>
          </a:p>
        </p:txBody>
      </p:sp>
      <p:pic>
        <p:nvPicPr>
          <p:cNvPr id="641" name="Google Shape;64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527" y="1475975"/>
            <a:ext cx="5548475" cy="4562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42" name="Google Shape;642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7825" y="1483725"/>
            <a:ext cx="5567390" cy="456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38"/>
          <p:cNvSpPr txBox="1"/>
          <p:nvPr>
            <p:ph type="title"/>
          </p:nvPr>
        </p:nvSpPr>
        <p:spPr>
          <a:xfrm>
            <a:off x="1023150" y="315013"/>
            <a:ext cx="10145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50"/>
              <a:t>CVC - Central Venous Catheter (Normal)</a:t>
            </a:r>
            <a:endParaRPr sz="3650"/>
          </a:p>
        </p:txBody>
      </p:sp>
      <p:sp>
        <p:nvSpPr>
          <p:cNvPr id="648" name="Google Shape;648;p38"/>
          <p:cNvSpPr txBox="1"/>
          <p:nvPr>
            <p:ph idx="2" type="body"/>
          </p:nvPr>
        </p:nvSpPr>
        <p:spPr>
          <a:xfrm>
            <a:off x="6463825" y="1143150"/>
            <a:ext cx="4762800" cy="4690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Place of insertion:</a:t>
            </a:r>
            <a:endParaRPr/>
          </a:p>
          <a:p>
            <a:pPr indent="-347345" lvl="0" marL="457200" rtl="0" algn="l">
              <a:spcBef>
                <a:spcPts val="16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PICC (Peripherally inserted central catheter) inserted in arm</a:t>
            </a:r>
            <a:endParaRPr/>
          </a:p>
          <a:p>
            <a:pPr indent="-34734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Subclavian vein or neck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Where it sits:</a:t>
            </a:r>
            <a:endParaRPr/>
          </a:p>
          <a:p>
            <a:pPr indent="-347345" lvl="0" marL="457200" rtl="0" algn="l">
              <a:spcBef>
                <a:spcPts val="16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Ideally the vena cava (large vein just before the right atrium)</a:t>
            </a:r>
            <a:endParaRPr/>
          </a:p>
          <a:p>
            <a:pPr indent="-34734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This is so intravenous fluids can be pumped through the body as quickly as possible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What it does:</a:t>
            </a:r>
            <a:endParaRPr/>
          </a:p>
          <a:p>
            <a:pPr indent="-347345" lvl="0" marL="457200" rtl="0" algn="l">
              <a:spcBef>
                <a:spcPts val="16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Mainly administers medication</a:t>
            </a:r>
            <a:endParaRPr/>
          </a:p>
        </p:txBody>
      </p:sp>
      <p:pic>
        <p:nvPicPr>
          <p:cNvPr id="649" name="Google Shape;649;p38"/>
          <p:cNvPicPr preferRelativeResize="0"/>
          <p:nvPr/>
        </p:nvPicPr>
        <p:blipFill rotWithShape="1">
          <a:blip r:embed="rId3">
            <a:alphaModFix/>
          </a:blip>
          <a:srcRect b="0" l="0" r="0" t="1098"/>
          <a:stretch/>
        </p:blipFill>
        <p:spPr>
          <a:xfrm>
            <a:off x="698950" y="1143150"/>
            <a:ext cx="5576179" cy="469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39"/>
          <p:cNvSpPr txBox="1"/>
          <p:nvPr>
            <p:ph type="title"/>
          </p:nvPr>
        </p:nvSpPr>
        <p:spPr>
          <a:xfrm>
            <a:off x="415650" y="43461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CVC Abnormal</a:t>
            </a:r>
            <a:endParaRPr/>
          </a:p>
        </p:txBody>
      </p:sp>
      <p:pic>
        <p:nvPicPr>
          <p:cNvPr id="655" name="Google Shape;65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9501" y="1198125"/>
            <a:ext cx="5677758" cy="472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6" name="Google Shape;656;p39"/>
          <p:cNvPicPr preferRelativeResize="0"/>
          <p:nvPr/>
        </p:nvPicPr>
        <p:blipFill rotWithShape="1">
          <a:blip r:embed="rId4">
            <a:alphaModFix/>
          </a:blip>
          <a:srcRect b="1390" l="0" r="0" t="0"/>
          <a:stretch/>
        </p:blipFill>
        <p:spPr>
          <a:xfrm>
            <a:off x="349100" y="1190625"/>
            <a:ext cx="5677750" cy="47241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4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CVC Borderline</a:t>
            </a:r>
            <a:endParaRPr/>
          </a:p>
        </p:txBody>
      </p:sp>
      <p:pic>
        <p:nvPicPr>
          <p:cNvPr id="662" name="Google Shape;66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350" y="1356875"/>
            <a:ext cx="5589450" cy="4584942"/>
          </a:xfrm>
          <a:prstGeom prst="rect">
            <a:avLst/>
          </a:prstGeom>
          <a:noFill/>
          <a:ln>
            <a:noFill/>
          </a:ln>
        </p:spPr>
      </p:pic>
      <p:pic>
        <p:nvPicPr>
          <p:cNvPr id="663" name="Google Shape;663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6850" y="1359163"/>
            <a:ext cx="5589450" cy="458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41"/>
          <p:cNvSpPr txBox="1"/>
          <p:nvPr>
            <p:ph type="title"/>
          </p:nvPr>
        </p:nvSpPr>
        <p:spPr>
          <a:xfrm>
            <a:off x="1023150" y="643363"/>
            <a:ext cx="10145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Swan Ganz - Type of CVC</a:t>
            </a:r>
            <a:endParaRPr/>
          </a:p>
        </p:txBody>
      </p:sp>
      <p:sp>
        <p:nvSpPr>
          <p:cNvPr id="669" name="Google Shape;669;p41"/>
          <p:cNvSpPr txBox="1"/>
          <p:nvPr>
            <p:ph idx="1" type="body"/>
          </p:nvPr>
        </p:nvSpPr>
        <p:spPr>
          <a:xfrm>
            <a:off x="1023113" y="2133550"/>
            <a:ext cx="4762800" cy="3846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41"/>
          <p:cNvSpPr txBox="1"/>
          <p:nvPr>
            <p:ph idx="2" type="body"/>
          </p:nvPr>
        </p:nvSpPr>
        <p:spPr>
          <a:xfrm>
            <a:off x="6406100" y="1663575"/>
            <a:ext cx="4762800" cy="4702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Does more than a normal cvc, it can measure:</a:t>
            </a:r>
            <a:endParaRPr/>
          </a:p>
          <a:p>
            <a:pPr indent="-368300" lvl="0" marL="457200" rtl="0" algn="l">
              <a:spcBef>
                <a:spcPts val="160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Cardiac Output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Left atrial pressure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Pulmonary artery pressure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Where it sits:</a:t>
            </a:r>
            <a:endParaRPr/>
          </a:p>
          <a:p>
            <a:pPr indent="-368300" lvl="0" marL="457200" rtl="0" algn="l">
              <a:spcBef>
                <a:spcPts val="160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Pulmonary artery - between right ventricle and lungs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Provides information about heart strength and health</a:t>
            </a:r>
            <a:endParaRPr/>
          </a:p>
        </p:txBody>
      </p:sp>
      <p:pic>
        <p:nvPicPr>
          <p:cNvPr id="671" name="Google Shape;67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124" y="1663575"/>
            <a:ext cx="5491875" cy="4496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42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We Received</a:t>
            </a:r>
            <a:endParaRPr/>
          </a:p>
        </p:txBody>
      </p:sp>
      <p:sp>
        <p:nvSpPr>
          <p:cNvPr id="677" name="Google Shape;677;p42"/>
          <p:cNvSpPr txBox="1"/>
          <p:nvPr/>
        </p:nvSpPr>
        <p:spPr>
          <a:xfrm>
            <a:off x="791825" y="1597050"/>
            <a:ext cx="6220500" cy="44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rPr>
              <a:t>Images:</a:t>
            </a:r>
            <a:endParaRPr sz="2200">
              <a:solidFill>
                <a:schemeClr val="dk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-"/>
            </a:pPr>
            <a:r>
              <a:rPr lang="en" sz="22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rPr>
              <a:t>Folder with 30083 images </a:t>
            </a:r>
            <a:endParaRPr sz="2200">
              <a:solidFill>
                <a:schemeClr val="dk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-"/>
            </a:pPr>
            <a:r>
              <a:rPr lang="en" sz="22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rPr>
              <a:t>Each image is a medical scan that contains a number of catheters </a:t>
            </a:r>
            <a:endParaRPr sz="2200">
              <a:solidFill>
                <a:schemeClr val="dk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rPr>
              <a:t>Train CSV:</a:t>
            </a:r>
            <a:endParaRPr sz="2200">
              <a:solidFill>
                <a:schemeClr val="dk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-"/>
            </a:pPr>
            <a:r>
              <a:rPr lang="en" sz="22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rPr>
              <a:t>CSV that indicates what catheter types are </a:t>
            </a:r>
            <a:r>
              <a:rPr lang="en" sz="22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rPr>
              <a:t>present</a:t>
            </a:r>
            <a:r>
              <a:rPr lang="en" sz="22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rPr>
              <a:t> in a particular image</a:t>
            </a:r>
            <a:endParaRPr sz="2200">
              <a:solidFill>
                <a:schemeClr val="dk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rPr>
              <a:t>Annotations:</a:t>
            </a:r>
            <a:endParaRPr sz="2200">
              <a:solidFill>
                <a:schemeClr val="dk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-"/>
            </a:pPr>
            <a:r>
              <a:rPr lang="en" sz="22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rPr>
              <a:t>Each row provides the coordinates of a catheter present in an image</a:t>
            </a:r>
            <a:endParaRPr sz="2200">
              <a:solidFill>
                <a:schemeClr val="dk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-"/>
            </a:pPr>
            <a:r>
              <a:rPr lang="en" sz="22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rPr>
              <a:t>18000 annotations</a:t>
            </a:r>
            <a:endParaRPr sz="2200">
              <a:solidFill>
                <a:schemeClr val="dk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-"/>
            </a:pPr>
            <a:r>
              <a:rPr lang="en" sz="22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rPr>
              <a:t>9095 unique images</a:t>
            </a:r>
            <a:endParaRPr sz="2200">
              <a:solidFill>
                <a:schemeClr val="dk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678" name="Google Shape;67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78675" y="1383726"/>
            <a:ext cx="2763401" cy="2871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79" name="Google Shape;679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05925" y="1597050"/>
            <a:ext cx="2539023" cy="2113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43"/>
          <p:cNvSpPr txBox="1"/>
          <p:nvPr>
            <p:ph type="title"/>
          </p:nvPr>
        </p:nvSpPr>
        <p:spPr>
          <a:xfrm>
            <a:off x="1373700" y="1020577"/>
            <a:ext cx="9444600" cy="887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685" name="Google Shape;685;p43"/>
          <p:cNvSpPr txBox="1"/>
          <p:nvPr>
            <p:ph idx="1" type="body"/>
          </p:nvPr>
        </p:nvSpPr>
        <p:spPr>
          <a:xfrm>
            <a:off x="1373700" y="2192426"/>
            <a:ext cx="9444600" cy="3541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The data received was already clean:</a:t>
            </a:r>
            <a:endParaRPr sz="2300"/>
          </a:p>
          <a:p>
            <a:pPr indent="-374650" lvl="0" marL="457200" rtl="0" algn="l">
              <a:spcBef>
                <a:spcPts val="160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No duplicates 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No missing values</a:t>
            </a:r>
            <a:endParaRPr sz="2300"/>
          </a:p>
        </p:txBody>
      </p:sp>
      <p:pic>
        <p:nvPicPr>
          <p:cNvPr id="686" name="Google Shape;68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3700" y="4629375"/>
            <a:ext cx="5766125" cy="96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44"/>
          <p:cNvSpPr txBox="1"/>
          <p:nvPr>
            <p:ph type="title"/>
          </p:nvPr>
        </p:nvSpPr>
        <p:spPr>
          <a:xfrm>
            <a:off x="1614900" y="2944525"/>
            <a:ext cx="8962200" cy="1032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Exploratory Data Analysis</a:t>
            </a:r>
            <a:endParaRPr/>
          </a:p>
        </p:txBody>
      </p:sp>
      <p:sp>
        <p:nvSpPr>
          <p:cNvPr id="692" name="Google Shape;692;p44"/>
          <p:cNvSpPr/>
          <p:nvPr/>
        </p:nvSpPr>
        <p:spPr>
          <a:xfrm>
            <a:off x="1614900" y="945725"/>
            <a:ext cx="2044200" cy="174240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03</a:t>
            </a:r>
            <a:endParaRPr sz="9600">
              <a:solidFill>
                <a:schemeClr val="accent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45"/>
          <p:cNvPicPr preferRelativeResize="0"/>
          <p:nvPr/>
        </p:nvPicPr>
        <p:blipFill rotWithShape="1">
          <a:blip r:embed="rId3">
            <a:alphaModFix/>
          </a:blip>
          <a:srcRect b="0" l="0" r="-6394" t="-8178"/>
          <a:stretch/>
        </p:blipFill>
        <p:spPr>
          <a:xfrm>
            <a:off x="2624875" y="1054550"/>
            <a:ext cx="7180300" cy="5114025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4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Positioned vs Malpositioned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3" name="Google Shape;703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8138" y="1356874"/>
            <a:ext cx="6555821" cy="377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4" name="Google Shape;704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54951" y="5419962"/>
            <a:ext cx="9285125" cy="857650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p4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Number of Observations 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0" name="Google Shape;710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8450" y="1610087"/>
            <a:ext cx="5845060" cy="452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1" name="Google Shape;711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47725" y="1610075"/>
            <a:ext cx="3176827" cy="4524575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Google Shape;712;p47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Distribution of Catheters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" name="Google Shape;71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475" y="1456450"/>
            <a:ext cx="4819950" cy="4478850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p48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Concentration and Outliers</a:t>
            </a:r>
            <a:endParaRPr/>
          </a:p>
        </p:txBody>
      </p:sp>
      <p:pic>
        <p:nvPicPr>
          <p:cNvPr id="719" name="Google Shape;719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31475" y="1456450"/>
            <a:ext cx="4703450" cy="447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49"/>
          <p:cNvSpPr txBox="1"/>
          <p:nvPr>
            <p:ph type="title"/>
          </p:nvPr>
        </p:nvSpPr>
        <p:spPr>
          <a:xfrm>
            <a:off x="1614900" y="2944525"/>
            <a:ext cx="8962200" cy="1032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Preprocessing and Data Manipulation + Modelling</a:t>
            </a:r>
            <a:endParaRPr/>
          </a:p>
        </p:txBody>
      </p:sp>
      <p:sp>
        <p:nvSpPr>
          <p:cNvPr id="725" name="Google Shape;725;p49"/>
          <p:cNvSpPr/>
          <p:nvPr/>
        </p:nvSpPr>
        <p:spPr>
          <a:xfrm>
            <a:off x="1614900" y="945725"/>
            <a:ext cx="2155500" cy="174240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04</a:t>
            </a:r>
            <a:endParaRPr sz="9600">
              <a:solidFill>
                <a:schemeClr val="accent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50"/>
          <p:cNvSpPr txBox="1"/>
          <p:nvPr>
            <p:ph type="title"/>
          </p:nvPr>
        </p:nvSpPr>
        <p:spPr>
          <a:xfrm>
            <a:off x="1373700" y="1020577"/>
            <a:ext cx="9444600" cy="887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Deep Neural Network architecture</a:t>
            </a:r>
            <a:endParaRPr/>
          </a:p>
        </p:txBody>
      </p:sp>
      <p:sp>
        <p:nvSpPr>
          <p:cNvPr id="731" name="Google Shape;731;p50"/>
          <p:cNvSpPr txBox="1"/>
          <p:nvPr>
            <p:ph idx="1" type="body"/>
          </p:nvPr>
        </p:nvSpPr>
        <p:spPr>
          <a:xfrm>
            <a:off x="1373700" y="2192426"/>
            <a:ext cx="9444600" cy="3541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</a:t>
            </a:r>
            <a:r>
              <a:rPr lang="en"/>
              <a:t>modelling</a:t>
            </a:r>
            <a:r>
              <a:rPr lang="en"/>
              <a:t> we decided to </a:t>
            </a:r>
            <a:r>
              <a:rPr lang="en"/>
              <a:t>predominantly</a:t>
            </a:r>
            <a:r>
              <a:rPr lang="en"/>
              <a:t> use the pre-built model in</a:t>
            </a:r>
            <a:r>
              <a:rPr b="1" lang="en">
                <a:latin typeface="Poppins"/>
                <a:ea typeface="Poppins"/>
                <a:cs typeface="Poppins"/>
                <a:sym typeface="Poppins"/>
              </a:rPr>
              <a:t> ResNet50</a:t>
            </a:r>
            <a:r>
              <a:rPr lang="en"/>
              <a:t>:</a:t>
            </a:r>
            <a:endParaRPr/>
          </a:p>
          <a:p>
            <a:pPr indent="-368300" lvl="0" marL="457200" rtl="0" algn="l">
              <a:spcBef>
                <a:spcPts val="1600"/>
              </a:spcBef>
              <a:spcAft>
                <a:spcPts val="0"/>
              </a:spcAft>
              <a:buSzPts val="2200"/>
              <a:buChar char="-"/>
            </a:pPr>
            <a:r>
              <a:rPr lang="en"/>
              <a:t>Other CNN models performed worse or the same 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/>
              <a:t>ResNet is more suitable: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/>
              <a:t>In medical image classification, small details can be crucial for distinguishing between different types of abnormalities in catheters (utilises 50 layers)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/>
              <a:t>Stronger learning capabilities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/>
              <a:t>Most efficient 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51"/>
          <p:cNvSpPr txBox="1"/>
          <p:nvPr>
            <p:ph type="title"/>
          </p:nvPr>
        </p:nvSpPr>
        <p:spPr>
          <a:xfrm>
            <a:off x="1373700" y="1020577"/>
            <a:ext cx="9444600" cy="887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ResNet50 </a:t>
            </a:r>
            <a:r>
              <a:rPr lang="en"/>
              <a:t>Architecture</a:t>
            </a:r>
            <a:endParaRPr/>
          </a:p>
        </p:txBody>
      </p:sp>
      <p:sp>
        <p:nvSpPr>
          <p:cNvPr id="737" name="Google Shape;737;p51"/>
          <p:cNvSpPr txBox="1"/>
          <p:nvPr>
            <p:ph idx="1" type="body"/>
          </p:nvPr>
        </p:nvSpPr>
        <p:spPr>
          <a:xfrm>
            <a:off x="1373700" y="2192425"/>
            <a:ext cx="5374800" cy="3541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Custom layers on top include a </a:t>
            </a:r>
            <a:r>
              <a:rPr b="1" lang="en" sz="2000">
                <a:latin typeface="Poppins"/>
                <a:ea typeface="Poppins"/>
                <a:cs typeface="Poppins"/>
                <a:sym typeface="Poppins"/>
              </a:rPr>
              <a:t>global average pooling layer</a:t>
            </a:r>
            <a:r>
              <a:rPr lang="en" sz="2000"/>
              <a:t>, a </a:t>
            </a:r>
            <a:r>
              <a:rPr b="1" lang="en" sz="2000">
                <a:latin typeface="Poppins"/>
                <a:ea typeface="Poppins"/>
                <a:cs typeface="Poppins"/>
                <a:sym typeface="Poppins"/>
              </a:rPr>
              <a:t>dense layer </a:t>
            </a:r>
            <a:r>
              <a:rPr lang="en" sz="2000"/>
              <a:t>with 128 units, </a:t>
            </a:r>
            <a:r>
              <a:rPr b="1" lang="en" sz="2000">
                <a:latin typeface="Poppins"/>
                <a:ea typeface="Poppins"/>
                <a:cs typeface="Poppins"/>
                <a:sym typeface="Poppins"/>
              </a:rPr>
              <a:t>dropout layer </a:t>
            </a:r>
            <a:r>
              <a:rPr lang="en" sz="2000"/>
              <a:t>to prevent overfitting, and a </a:t>
            </a:r>
            <a:r>
              <a:rPr b="1" lang="en" sz="2000">
                <a:latin typeface="Poppins"/>
                <a:ea typeface="Poppins"/>
                <a:cs typeface="Poppins"/>
                <a:sym typeface="Poppins"/>
              </a:rPr>
              <a:t>dense output layer</a:t>
            </a:r>
            <a:r>
              <a:rPr lang="en" sz="2000"/>
              <a:t>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Overall using 50 layers from ResNet and 4 custom layers</a:t>
            </a:r>
            <a:endParaRPr/>
          </a:p>
        </p:txBody>
      </p:sp>
      <p:pic>
        <p:nvPicPr>
          <p:cNvPr id="738" name="Google Shape;738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7750" y="2192425"/>
            <a:ext cx="4277475" cy="2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52"/>
          <p:cNvSpPr txBox="1"/>
          <p:nvPr>
            <p:ph type="title"/>
          </p:nvPr>
        </p:nvSpPr>
        <p:spPr>
          <a:xfrm>
            <a:off x="1373700" y="1020577"/>
            <a:ext cx="9444600" cy="887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Classification: CVC</a:t>
            </a:r>
            <a:endParaRPr/>
          </a:p>
        </p:txBody>
      </p:sp>
      <p:sp>
        <p:nvSpPr>
          <p:cNvPr id="744" name="Google Shape;744;p52"/>
          <p:cNvSpPr txBox="1"/>
          <p:nvPr>
            <p:ph idx="1" type="body"/>
          </p:nvPr>
        </p:nvSpPr>
        <p:spPr>
          <a:xfrm>
            <a:off x="1373700" y="2192426"/>
            <a:ext cx="9444600" cy="3541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CVC catheters were the most prevalent, we first looked at categorising catheters as CVC or non-CVC</a:t>
            </a:r>
            <a:endParaRPr/>
          </a:p>
          <a:p>
            <a:pPr indent="-368300" lvl="0" marL="457200" rtl="0" algn="l">
              <a:spcBef>
                <a:spcPts val="1600"/>
              </a:spcBef>
              <a:spcAft>
                <a:spcPts val="0"/>
              </a:spcAft>
              <a:buSzPts val="2200"/>
              <a:buChar char="-"/>
            </a:pPr>
            <a:r>
              <a:rPr lang="en"/>
              <a:t>Trained on the whole data set (30083 images)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/>
              <a:t>Obtained extremely high accuracies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/>
              <a:t>Confusion matrix is from a smaller subset however reflects what is </a:t>
            </a:r>
            <a:r>
              <a:rPr lang="en"/>
              <a:t>occurring</a:t>
            </a:r>
            <a:r>
              <a:rPr lang="en"/>
              <a:t> </a:t>
            </a:r>
            <a:endParaRPr/>
          </a:p>
        </p:txBody>
      </p:sp>
      <p:pic>
        <p:nvPicPr>
          <p:cNvPr id="745" name="Google Shape;745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4450" y="4927325"/>
            <a:ext cx="7007576" cy="168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6" name="Google Shape;746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92025" y="4382600"/>
            <a:ext cx="3309275" cy="242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53"/>
          <p:cNvSpPr txBox="1"/>
          <p:nvPr>
            <p:ph type="title"/>
          </p:nvPr>
        </p:nvSpPr>
        <p:spPr>
          <a:xfrm>
            <a:off x="1373700" y="1020577"/>
            <a:ext cx="9444600" cy="887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Classification 2: CVC </a:t>
            </a:r>
            <a:endParaRPr/>
          </a:p>
        </p:txBody>
      </p:sp>
      <p:sp>
        <p:nvSpPr>
          <p:cNvPr id="752" name="Google Shape;752;p53"/>
          <p:cNvSpPr txBox="1"/>
          <p:nvPr>
            <p:ph idx="1" type="body"/>
          </p:nvPr>
        </p:nvSpPr>
        <p:spPr>
          <a:xfrm>
            <a:off x="1172375" y="2246101"/>
            <a:ext cx="9444600" cy="3541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Due to the imbalance between CVC and non-CVC the model was biased and inaccurate</a:t>
            </a:r>
            <a:endParaRPr/>
          </a:p>
          <a:p>
            <a:pPr indent="-368300" lvl="0" marL="457200" rtl="0" algn="l">
              <a:spcBef>
                <a:spcPts val="1600"/>
              </a:spcBef>
              <a:spcAft>
                <a:spcPts val="0"/>
              </a:spcAft>
              <a:buSzPts val="2200"/>
              <a:buChar char="-"/>
            </a:pPr>
            <a:r>
              <a:rPr lang="en"/>
              <a:t>Applying </a:t>
            </a:r>
            <a:r>
              <a:rPr lang="en"/>
              <a:t>weights to the model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/>
              <a:t>Upsampling non-CVC catheters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Second attempt:</a:t>
            </a:r>
            <a:endParaRPr/>
          </a:p>
          <a:p>
            <a:pPr indent="-368300" lvl="0" marL="457200" rtl="0" algn="l">
              <a:spcBef>
                <a:spcPts val="1600"/>
              </a:spcBef>
              <a:spcAft>
                <a:spcPts val="0"/>
              </a:spcAft>
              <a:buSzPts val="2200"/>
              <a:buChar char="-"/>
            </a:pPr>
            <a:r>
              <a:rPr lang="en"/>
              <a:t>Filtered data to only images with annotations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/>
              <a:t>20% validation split</a:t>
            </a:r>
            <a:endParaRPr/>
          </a:p>
        </p:txBody>
      </p:sp>
      <p:pic>
        <p:nvPicPr>
          <p:cNvPr id="753" name="Google Shape;753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6225" y="3133025"/>
            <a:ext cx="2120475" cy="127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4" name="Google Shape;754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76750" y="3133036"/>
            <a:ext cx="2019484" cy="1272275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53"/>
          <p:cNvSpPr txBox="1"/>
          <p:nvPr/>
        </p:nvSpPr>
        <p:spPr>
          <a:xfrm>
            <a:off x="7806675" y="2777225"/>
            <a:ext cx="2019600" cy="3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rPr>
              <a:t>Original </a:t>
            </a:r>
            <a:endParaRPr sz="2200">
              <a:solidFill>
                <a:schemeClr val="dk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756" name="Google Shape;756;p53"/>
          <p:cNvSpPr txBox="1"/>
          <p:nvPr/>
        </p:nvSpPr>
        <p:spPr>
          <a:xfrm>
            <a:off x="9876688" y="2777213"/>
            <a:ext cx="2019600" cy="3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rPr>
              <a:t>Upsampled</a:t>
            </a:r>
            <a:r>
              <a:rPr lang="en" sz="22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endParaRPr sz="2200">
              <a:solidFill>
                <a:schemeClr val="dk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757" name="Google Shape;757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75100" y="5476975"/>
            <a:ext cx="1901067" cy="111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8" name="Google Shape;758;p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976175" y="5476975"/>
            <a:ext cx="1684850" cy="1117125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53"/>
          <p:cNvSpPr txBox="1"/>
          <p:nvPr/>
        </p:nvSpPr>
        <p:spPr>
          <a:xfrm>
            <a:off x="8075100" y="5121175"/>
            <a:ext cx="2019600" cy="3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rPr>
              <a:t>Original </a:t>
            </a:r>
            <a:endParaRPr sz="2200">
              <a:solidFill>
                <a:schemeClr val="dk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760" name="Google Shape;760;p53"/>
          <p:cNvSpPr txBox="1"/>
          <p:nvPr/>
        </p:nvSpPr>
        <p:spPr>
          <a:xfrm>
            <a:off x="9976163" y="5121163"/>
            <a:ext cx="2019600" cy="3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rPr>
              <a:t>Upsampled </a:t>
            </a:r>
            <a:endParaRPr sz="2200">
              <a:solidFill>
                <a:schemeClr val="dk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54"/>
          <p:cNvSpPr txBox="1"/>
          <p:nvPr>
            <p:ph type="title"/>
          </p:nvPr>
        </p:nvSpPr>
        <p:spPr>
          <a:xfrm>
            <a:off x="1373700" y="799152"/>
            <a:ext cx="9444600" cy="887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Classification: CVC results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54"/>
          <p:cNvSpPr txBox="1"/>
          <p:nvPr>
            <p:ph idx="1" type="body"/>
          </p:nvPr>
        </p:nvSpPr>
        <p:spPr>
          <a:xfrm>
            <a:off x="1373700" y="2192426"/>
            <a:ext cx="9444600" cy="3541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767" name="Google Shape;767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1075" y="5852776"/>
            <a:ext cx="6210300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8" name="Google Shape;768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5175" y="2192425"/>
            <a:ext cx="4102325" cy="3283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69" name="Google Shape;769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77400" y="1977300"/>
            <a:ext cx="5410200" cy="379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55"/>
          <p:cNvSpPr txBox="1"/>
          <p:nvPr>
            <p:ph type="title"/>
          </p:nvPr>
        </p:nvSpPr>
        <p:spPr>
          <a:xfrm>
            <a:off x="1373700" y="1020577"/>
            <a:ext cx="9444600" cy="887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Classification: ETT </a:t>
            </a:r>
            <a:endParaRPr/>
          </a:p>
        </p:txBody>
      </p:sp>
      <p:sp>
        <p:nvSpPr>
          <p:cNvPr id="775" name="Google Shape;775;p55"/>
          <p:cNvSpPr txBox="1"/>
          <p:nvPr>
            <p:ph idx="1" type="body"/>
          </p:nvPr>
        </p:nvSpPr>
        <p:spPr>
          <a:xfrm>
            <a:off x="1113925" y="2205426"/>
            <a:ext cx="9444600" cy="3541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also looked at classifying ETT catheters as ETT or non-ETT</a:t>
            </a:r>
            <a:endParaRPr/>
          </a:p>
          <a:p>
            <a:pPr indent="-368300" lvl="0" marL="457200" rtl="0" algn="l">
              <a:spcBef>
                <a:spcPts val="1600"/>
              </a:spcBef>
              <a:spcAft>
                <a:spcPts val="0"/>
              </a:spcAft>
              <a:buSzPts val="2200"/>
              <a:buChar char="-"/>
            </a:pPr>
            <a:r>
              <a:rPr lang="en"/>
              <a:t>ETT catheters were less </a:t>
            </a:r>
            <a:r>
              <a:rPr lang="en"/>
              <a:t>prevalent</a:t>
            </a:r>
            <a:r>
              <a:rPr lang="en"/>
              <a:t> 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/>
              <a:t>Ratio between ETT and non-ETT seemed more balanced than CVC (expected a higher accuracy)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776" name="Google Shape;776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49350" y="1535125"/>
            <a:ext cx="2542650" cy="1592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77" name="Google Shape;777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9050" y="4416250"/>
            <a:ext cx="7464301" cy="72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8" name="Google Shape;778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83350" y="3689200"/>
            <a:ext cx="3777951" cy="276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56"/>
          <p:cNvSpPr txBox="1"/>
          <p:nvPr>
            <p:ph type="title"/>
          </p:nvPr>
        </p:nvSpPr>
        <p:spPr>
          <a:xfrm>
            <a:off x="1373700" y="1020577"/>
            <a:ext cx="9444600" cy="887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Classification: ETT 2</a:t>
            </a:r>
            <a:endParaRPr/>
          </a:p>
        </p:txBody>
      </p:sp>
      <p:pic>
        <p:nvPicPr>
          <p:cNvPr id="784" name="Google Shape;784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1975" y="1907977"/>
            <a:ext cx="2375750" cy="131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5" name="Google Shape;785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7276" y="5182400"/>
            <a:ext cx="6784726" cy="64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6" name="Google Shape;786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64502" y="2280925"/>
            <a:ext cx="6375101" cy="252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7" name="Google Shape;787;p5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7625" y="3297100"/>
            <a:ext cx="4404461" cy="3141725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p56"/>
          <p:cNvSpPr txBox="1"/>
          <p:nvPr/>
        </p:nvSpPr>
        <p:spPr>
          <a:xfrm>
            <a:off x="1551975" y="1685200"/>
            <a:ext cx="28428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rPr>
              <a:t>Down-sampled</a:t>
            </a:r>
            <a:endParaRPr sz="2200">
              <a:solidFill>
                <a:schemeClr val="dk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57"/>
          <p:cNvSpPr txBox="1"/>
          <p:nvPr>
            <p:ph type="title"/>
          </p:nvPr>
        </p:nvSpPr>
        <p:spPr>
          <a:xfrm>
            <a:off x="1373700" y="1020577"/>
            <a:ext cx="9444600" cy="887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Classification: NGT</a:t>
            </a:r>
            <a:endParaRPr/>
          </a:p>
        </p:txBody>
      </p:sp>
      <p:sp>
        <p:nvSpPr>
          <p:cNvPr id="794" name="Google Shape;794;p57"/>
          <p:cNvSpPr txBox="1"/>
          <p:nvPr>
            <p:ph idx="1" type="body"/>
          </p:nvPr>
        </p:nvSpPr>
        <p:spPr>
          <a:xfrm>
            <a:off x="1373700" y="2192426"/>
            <a:ext cx="9444600" cy="3541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Built a model to classify images as ‘NGT’ or ‘non-NGT’</a:t>
            </a:r>
            <a:endParaRPr/>
          </a:p>
          <a:p>
            <a:pPr indent="-368300" lvl="0" marL="457200" rtl="0" algn="l">
              <a:spcBef>
                <a:spcPts val="1600"/>
              </a:spcBef>
              <a:spcAft>
                <a:spcPts val="0"/>
              </a:spcAft>
              <a:buSzPts val="2200"/>
              <a:buChar char="-"/>
            </a:pPr>
            <a:r>
              <a:rPr lang="en"/>
              <a:t>The distribution of NGT to non-NGT images was much more even compared to CVC and ETT</a:t>
            </a:r>
            <a:endParaRPr/>
          </a:p>
        </p:txBody>
      </p:sp>
      <p:pic>
        <p:nvPicPr>
          <p:cNvPr id="795" name="Google Shape;795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675" y="3787950"/>
            <a:ext cx="2050875" cy="120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6" name="Google Shape;796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32550" y="4018926"/>
            <a:ext cx="9759448" cy="781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58"/>
          <p:cNvSpPr txBox="1"/>
          <p:nvPr>
            <p:ph type="title"/>
          </p:nvPr>
        </p:nvSpPr>
        <p:spPr>
          <a:xfrm>
            <a:off x="1373700" y="1020575"/>
            <a:ext cx="9444600" cy="81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7499"/>
              <a:buFont typeface="Arial"/>
              <a:buNone/>
            </a:pPr>
            <a:r>
              <a:rPr lang="en" sz="3600"/>
              <a:t>Categorical: Multi-label CVC Catheter Classification Setup</a:t>
            </a:r>
            <a:endParaRPr/>
          </a:p>
        </p:txBody>
      </p:sp>
      <p:sp>
        <p:nvSpPr>
          <p:cNvPr id="802" name="Google Shape;802;p58"/>
          <p:cNvSpPr txBox="1"/>
          <p:nvPr>
            <p:ph idx="1" type="body"/>
          </p:nvPr>
        </p:nvSpPr>
        <p:spPr>
          <a:xfrm>
            <a:off x="1373700" y="2192425"/>
            <a:ext cx="5155500" cy="3541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2500" lnSpcReduction="10000"/>
          </a:bodyPr>
          <a:lstStyle/>
          <a:p>
            <a:pPr indent="-35782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Due to software limitations, we only worked with X-ray images with only one catheter present</a:t>
            </a:r>
            <a:endParaRPr/>
          </a:p>
          <a:p>
            <a:pPr indent="-35782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Created categorical columns classifying the catheters</a:t>
            </a:r>
            <a:endParaRPr/>
          </a:p>
          <a:p>
            <a:pPr indent="-35782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Removed multiple catheter instances for software efficiency</a:t>
            </a:r>
            <a:endParaRPr/>
          </a:p>
          <a:p>
            <a:pPr indent="-35782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Upsampled abnormal and borderline data for balancing</a:t>
            </a:r>
            <a:endParaRPr/>
          </a:p>
          <a:p>
            <a:pPr indent="-35782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Only focussed on annotated data</a:t>
            </a:r>
            <a:endParaRPr/>
          </a:p>
        </p:txBody>
      </p:sp>
      <p:pic>
        <p:nvPicPr>
          <p:cNvPr id="803" name="Google Shape;803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77799" y="2192425"/>
            <a:ext cx="2241261" cy="100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4" name="Google Shape;804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77800" y="4579750"/>
            <a:ext cx="2241250" cy="104244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05" name="Google Shape;805;p58"/>
          <p:cNvCxnSpPr>
            <a:stCxn id="803" idx="2"/>
            <a:endCxn id="804" idx="0"/>
          </p:cNvCxnSpPr>
          <p:nvPr/>
        </p:nvCxnSpPr>
        <p:spPr>
          <a:xfrm>
            <a:off x="8698429" y="3200125"/>
            <a:ext cx="0" cy="137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59"/>
          <p:cNvSpPr txBox="1"/>
          <p:nvPr>
            <p:ph type="title"/>
          </p:nvPr>
        </p:nvSpPr>
        <p:spPr>
          <a:xfrm>
            <a:off x="1373700" y="153352"/>
            <a:ext cx="9444600" cy="887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Categorical: Multi-label CVC Catheter Classification Initial results</a:t>
            </a:r>
            <a:endParaRPr/>
          </a:p>
        </p:txBody>
      </p:sp>
      <p:pic>
        <p:nvPicPr>
          <p:cNvPr id="811" name="Google Shape;811;p59"/>
          <p:cNvPicPr preferRelativeResize="0"/>
          <p:nvPr/>
        </p:nvPicPr>
        <p:blipFill rotWithShape="1">
          <a:blip r:embed="rId3">
            <a:alphaModFix/>
          </a:blip>
          <a:srcRect b="23283" l="0" r="0" t="0"/>
          <a:stretch/>
        </p:blipFill>
        <p:spPr>
          <a:xfrm>
            <a:off x="234175" y="2080325"/>
            <a:ext cx="4943325" cy="376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2" name="Google Shape;812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3300" y="2080325"/>
            <a:ext cx="5981975" cy="67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3" name="Google Shape;813;p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83300" y="3429000"/>
            <a:ext cx="5981975" cy="24191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60"/>
          <p:cNvSpPr txBox="1"/>
          <p:nvPr>
            <p:ph type="title"/>
          </p:nvPr>
        </p:nvSpPr>
        <p:spPr>
          <a:xfrm>
            <a:off x="1098863" y="977650"/>
            <a:ext cx="58281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33673"/>
              <a:buFont typeface="Arial"/>
              <a:buNone/>
            </a:pPr>
            <a:r>
              <a:rPr lang="en" sz="2940"/>
              <a:t>Categorical: Multi-label CVC Catheter Classification Balanced Results</a:t>
            </a:r>
            <a:endParaRPr/>
          </a:p>
        </p:txBody>
      </p:sp>
      <p:pic>
        <p:nvPicPr>
          <p:cNvPr id="819" name="Google Shape;819;p60"/>
          <p:cNvPicPr preferRelativeResize="0"/>
          <p:nvPr/>
        </p:nvPicPr>
        <p:blipFill rotWithShape="1">
          <a:blip r:embed="rId3">
            <a:alphaModFix/>
          </a:blip>
          <a:srcRect b="-3767" l="0" r="-7980" t="0"/>
          <a:stretch/>
        </p:blipFill>
        <p:spPr>
          <a:xfrm>
            <a:off x="6318925" y="1853850"/>
            <a:ext cx="5324675" cy="403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8900" y="1985350"/>
            <a:ext cx="4949475" cy="181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1" name="Google Shape;821;p60"/>
          <p:cNvPicPr preferRelativeResize="0"/>
          <p:nvPr/>
        </p:nvPicPr>
        <p:blipFill rotWithShape="1">
          <a:blip r:embed="rId5">
            <a:alphaModFix/>
          </a:blip>
          <a:srcRect b="0" l="0" r="55151" t="27954"/>
          <a:stretch/>
        </p:blipFill>
        <p:spPr>
          <a:xfrm>
            <a:off x="1098875" y="5148543"/>
            <a:ext cx="5089500" cy="5777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61"/>
          <p:cNvSpPr txBox="1"/>
          <p:nvPr>
            <p:ph type="title"/>
          </p:nvPr>
        </p:nvSpPr>
        <p:spPr>
          <a:xfrm>
            <a:off x="1373700" y="1020577"/>
            <a:ext cx="9444600" cy="887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36131"/>
              <a:buFont typeface="Arial"/>
              <a:buNone/>
            </a:pPr>
            <a:r>
              <a:rPr lang="en" sz="2740"/>
              <a:t>Categorical: Multi-label Catheter Classification setup</a:t>
            </a:r>
            <a:endParaRPr/>
          </a:p>
        </p:txBody>
      </p:sp>
      <p:sp>
        <p:nvSpPr>
          <p:cNvPr id="827" name="Google Shape;827;p61"/>
          <p:cNvSpPr txBox="1"/>
          <p:nvPr>
            <p:ph idx="1" type="body"/>
          </p:nvPr>
        </p:nvSpPr>
        <p:spPr>
          <a:xfrm>
            <a:off x="1104575" y="1783750"/>
            <a:ext cx="4722300" cy="3541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2500"/>
          </a:bodyPr>
          <a:lstStyle/>
          <a:p>
            <a:pPr indent="-35782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17999 studies</a:t>
            </a:r>
            <a:endParaRPr/>
          </a:p>
          <a:p>
            <a:pPr indent="-35782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Due to software limitations, we only worked with X-ray images with only one catheter present</a:t>
            </a:r>
            <a:endParaRPr/>
          </a:p>
          <a:p>
            <a:pPr indent="-35782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With significant undersampling, we added class weights</a:t>
            </a:r>
            <a:endParaRPr/>
          </a:p>
          <a:p>
            <a:pPr indent="-35782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Created categorical columns classifying the catheters</a:t>
            </a:r>
            <a:endParaRPr/>
          </a:p>
        </p:txBody>
      </p:sp>
      <p:pic>
        <p:nvPicPr>
          <p:cNvPr id="828" name="Google Shape;828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8625" y="1907975"/>
            <a:ext cx="3144325" cy="234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9" name="Google Shape;829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78625" y="4512500"/>
            <a:ext cx="3144325" cy="222437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30" name="Google Shape;830;p61"/>
          <p:cNvCxnSpPr>
            <a:stCxn id="828" idx="3"/>
            <a:endCxn id="829" idx="3"/>
          </p:cNvCxnSpPr>
          <p:nvPr/>
        </p:nvCxnSpPr>
        <p:spPr>
          <a:xfrm>
            <a:off x="9322950" y="3080725"/>
            <a:ext cx="600" cy="2544000"/>
          </a:xfrm>
          <a:prstGeom prst="curvedConnector3">
            <a:avLst>
              <a:gd fmla="val 13950829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62"/>
          <p:cNvSpPr txBox="1"/>
          <p:nvPr>
            <p:ph type="title"/>
          </p:nvPr>
        </p:nvSpPr>
        <p:spPr>
          <a:xfrm>
            <a:off x="2250975" y="0"/>
            <a:ext cx="5745600" cy="2332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n" sz="2940"/>
              <a:t>Multi-label Catheter Classification Results</a:t>
            </a:r>
            <a:endParaRPr/>
          </a:p>
        </p:txBody>
      </p:sp>
      <p:pic>
        <p:nvPicPr>
          <p:cNvPr id="836" name="Google Shape;836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925" y="2099100"/>
            <a:ext cx="4430775" cy="373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7" name="Google Shape;837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38350" y="2099100"/>
            <a:ext cx="5245563" cy="373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8" name="Google Shape;838;p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93925" y="5983700"/>
            <a:ext cx="5650250" cy="60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63"/>
          <p:cNvSpPr txBox="1"/>
          <p:nvPr>
            <p:ph idx="1" type="body"/>
          </p:nvPr>
        </p:nvSpPr>
        <p:spPr>
          <a:xfrm>
            <a:off x="415600" y="4991107"/>
            <a:ext cx="7998300" cy="1456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n" sz="2940">
                <a:solidFill>
                  <a:schemeClr val="dk1"/>
                </a:solidFill>
              </a:rPr>
              <a:t>Categorical: Multi-label Catheter Classification True vs Predicted</a:t>
            </a:r>
            <a:endParaRPr/>
          </a:p>
        </p:txBody>
      </p:sp>
      <p:pic>
        <p:nvPicPr>
          <p:cNvPr id="844" name="Google Shape;844;p63"/>
          <p:cNvPicPr preferRelativeResize="0"/>
          <p:nvPr/>
        </p:nvPicPr>
        <p:blipFill rotWithShape="1">
          <a:blip r:embed="rId3">
            <a:alphaModFix/>
          </a:blip>
          <a:srcRect b="49347" l="0" r="25689" t="0"/>
          <a:stretch/>
        </p:blipFill>
        <p:spPr>
          <a:xfrm>
            <a:off x="152400" y="152400"/>
            <a:ext cx="9090375" cy="3092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845" name="Google Shape;845;p63"/>
          <p:cNvPicPr preferRelativeResize="0"/>
          <p:nvPr/>
        </p:nvPicPr>
        <p:blipFill rotWithShape="1">
          <a:blip r:embed="rId4">
            <a:alphaModFix/>
          </a:blip>
          <a:srcRect b="0" l="696" r="39791" t="0"/>
          <a:stretch/>
        </p:blipFill>
        <p:spPr>
          <a:xfrm>
            <a:off x="216700" y="2939250"/>
            <a:ext cx="6872163" cy="197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6" name="Google Shape;846;p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6036" y="423400"/>
            <a:ext cx="2163414" cy="212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7" name="Google Shape;847;p63"/>
          <p:cNvPicPr preferRelativeResize="0"/>
          <p:nvPr/>
        </p:nvPicPr>
        <p:blipFill rotWithShape="1">
          <a:blip r:embed="rId4">
            <a:alphaModFix/>
          </a:blip>
          <a:srcRect b="0" l="80048" r="0" t="0"/>
          <a:stretch/>
        </p:blipFill>
        <p:spPr>
          <a:xfrm>
            <a:off x="6938917" y="2939250"/>
            <a:ext cx="2303859" cy="197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64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</a:t>
            </a:r>
            <a:r>
              <a:rPr lang="en"/>
              <a:t>Interpretation - LIME</a:t>
            </a:r>
            <a:endParaRPr/>
          </a:p>
        </p:txBody>
      </p:sp>
      <p:sp>
        <p:nvSpPr>
          <p:cNvPr id="853" name="Google Shape;853;p64"/>
          <p:cNvSpPr txBox="1"/>
          <p:nvPr/>
        </p:nvSpPr>
        <p:spPr>
          <a:xfrm>
            <a:off x="289050" y="1600675"/>
            <a:ext cx="5303700" cy="50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rPr>
              <a:t>Highlights</a:t>
            </a:r>
            <a:r>
              <a:rPr lang="en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rPr>
              <a:t> - the parts that most influence the models prediction. Shows that the model  is focusing on the correct anatomical features related to the catheter type.</a:t>
            </a:r>
            <a:endParaRPr>
              <a:solidFill>
                <a:schemeClr val="dk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rPr>
              <a:t>Green - </a:t>
            </a:r>
            <a:r>
              <a:rPr lang="en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rPr>
              <a:t>positive</a:t>
            </a:r>
            <a:r>
              <a:rPr lang="en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n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rPr>
              <a:t>influence.</a:t>
            </a:r>
            <a:endParaRPr>
              <a:solidFill>
                <a:schemeClr val="dk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rPr>
              <a:t>Red - negative influence</a:t>
            </a:r>
            <a:endParaRPr>
              <a:solidFill>
                <a:schemeClr val="dk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rPr>
              <a:t>LIME (Local Interpretable </a:t>
            </a:r>
            <a:endParaRPr>
              <a:solidFill>
                <a:schemeClr val="dk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rPr>
              <a:t>Model-agnostic Explanations) </a:t>
            </a:r>
            <a:endParaRPr>
              <a:solidFill>
                <a:schemeClr val="dk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rPr>
              <a:t>explains individual predictions </a:t>
            </a:r>
            <a:endParaRPr>
              <a:solidFill>
                <a:schemeClr val="dk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rPr>
              <a:t>by identifying parts of the input</a:t>
            </a:r>
            <a:endParaRPr>
              <a:solidFill>
                <a:schemeClr val="dk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rPr>
              <a:t>(like regions in an image) that </a:t>
            </a:r>
            <a:endParaRPr>
              <a:solidFill>
                <a:schemeClr val="dk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rPr>
              <a:t>most influence the model's </a:t>
            </a:r>
            <a:endParaRPr>
              <a:solidFill>
                <a:schemeClr val="dk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rPr>
              <a:t>decision.</a:t>
            </a:r>
            <a:endParaRPr>
              <a:solidFill>
                <a:schemeClr val="dk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854" name="Google Shape;854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0" y="1600675"/>
            <a:ext cx="6096000" cy="509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9" name="Google Shape;859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7725" y="0"/>
            <a:ext cx="6993975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66"/>
          <p:cNvSpPr txBox="1"/>
          <p:nvPr>
            <p:ph type="title"/>
          </p:nvPr>
        </p:nvSpPr>
        <p:spPr>
          <a:xfrm>
            <a:off x="1614900" y="2944525"/>
            <a:ext cx="8962200" cy="1032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865" name="Google Shape;865;p66"/>
          <p:cNvSpPr/>
          <p:nvPr/>
        </p:nvSpPr>
        <p:spPr>
          <a:xfrm>
            <a:off x="1614900" y="945725"/>
            <a:ext cx="2177700" cy="174240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05</a:t>
            </a:r>
            <a:endParaRPr sz="9600">
              <a:solidFill>
                <a:schemeClr val="accent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67"/>
          <p:cNvSpPr txBox="1"/>
          <p:nvPr>
            <p:ph type="title"/>
          </p:nvPr>
        </p:nvSpPr>
        <p:spPr>
          <a:xfrm>
            <a:off x="1373700" y="1020577"/>
            <a:ext cx="9444600" cy="887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871" name="Google Shape;871;p67"/>
          <p:cNvSpPr txBox="1"/>
          <p:nvPr>
            <p:ph idx="1" type="body"/>
          </p:nvPr>
        </p:nvSpPr>
        <p:spPr>
          <a:xfrm>
            <a:off x="1373700" y="2192426"/>
            <a:ext cx="9444600" cy="3541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/>
              <a:t>Models must be refined before being implemented into </a:t>
            </a:r>
            <a:r>
              <a:rPr lang="en"/>
              <a:t>hospitals</a:t>
            </a:r>
            <a:r>
              <a:rPr lang="en"/>
              <a:t> and clinics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/>
              <a:t>Fixed one issue of unbalanced data, however poor accuracies could be due to: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Data quality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Poor choice of model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Overfitting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68"/>
          <p:cNvSpPr txBox="1"/>
          <p:nvPr>
            <p:ph type="title"/>
          </p:nvPr>
        </p:nvSpPr>
        <p:spPr>
          <a:xfrm>
            <a:off x="1373700" y="1020577"/>
            <a:ext cx="9444600" cy="887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877" name="Google Shape;877;p68"/>
          <p:cNvSpPr txBox="1"/>
          <p:nvPr>
            <p:ph idx="1" type="body"/>
          </p:nvPr>
        </p:nvSpPr>
        <p:spPr>
          <a:xfrm>
            <a:off x="1373700" y="2192425"/>
            <a:ext cx="9444600" cy="4115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Over 30,000 images of chest x-rays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Research on the types of catheters.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 ⅓ of the catheters were malpositioned 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CVC is most common type of catheter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We used ResNet50 and the Multi-label Catheter Classification performed best with 73.93%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69"/>
          <p:cNvSpPr txBox="1"/>
          <p:nvPr>
            <p:ph idx="1" type="body"/>
          </p:nvPr>
        </p:nvSpPr>
        <p:spPr>
          <a:xfrm>
            <a:off x="1373700" y="2192426"/>
            <a:ext cx="9444600" cy="3541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85000" lnSpcReduction="10000"/>
          </a:bodyPr>
          <a:lstStyle/>
          <a:p>
            <a:pPr indent="-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Kolikof, J. (July, 2023). </a:t>
            </a:r>
            <a:r>
              <a:rPr i="1"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Central Venous Catheter.</a:t>
            </a: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National Library of Medicine.</a:t>
            </a:r>
            <a:r>
              <a:rPr lang="en" sz="21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2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https://www.ncbi.nlm.nih.gov/books/NBK557798/</a:t>
            </a:r>
            <a:endParaRPr sz="21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Signon, F. (Oct, 2022). </a:t>
            </a:r>
            <a:r>
              <a:rPr i="1" lang="en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Nasogastric Tube</a:t>
            </a:r>
            <a:r>
              <a:rPr lang="en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National Library of Medicine.</a:t>
            </a:r>
            <a:r>
              <a:rPr lang="en" sz="23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23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https://www.ncbi.nlm.nih.gov/books/NBK556063/</a:t>
            </a:r>
            <a:endParaRPr sz="23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1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Ahmed, R. (July, 2023). </a:t>
            </a:r>
            <a:r>
              <a:rPr i="1" lang="en" sz="221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Endotracheal Tube.</a:t>
            </a:r>
            <a:r>
              <a:rPr lang="en" sz="221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National Library of Medicine.</a:t>
            </a:r>
            <a:r>
              <a:rPr lang="en" sz="2212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2212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https://www.ncbi.nlm.nih.gov/books/NBK539747/</a:t>
            </a:r>
            <a:endParaRPr sz="2100"/>
          </a:p>
          <a:p>
            <a:pPr indent="-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9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Hosny, A. (Aug, 2018). </a:t>
            </a:r>
            <a:r>
              <a:rPr i="1" lang="en" sz="219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Artificial intelligence in radiology.</a:t>
            </a:r>
            <a:r>
              <a:rPr lang="en" sz="219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National Library of Medicine.</a:t>
            </a:r>
            <a:r>
              <a:rPr lang="en" sz="2192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2192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0"/>
              </a:rPr>
              <a:t>https://www.ncbi.nlm.nih.gov/pmc/articles/PMC6268174/</a:t>
            </a:r>
            <a:endParaRPr sz="2335"/>
          </a:p>
          <a:p>
            <a:pPr indent="-45720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Shim, J. (2024). ‘How to identify a catheter’. Interview by Byron Shim, 20 August.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69"/>
          <p:cNvSpPr txBox="1"/>
          <p:nvPr>
            <p:ph type="title"/>
          </p:nvPr>
        </p:nvSpPr>
        <p:spPr>
          <a:xfrm>
            <a:off x="1373700" y="1020577"/>
            <a:ext cx="9444600" cy="887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70"/>
          <p:cNvSpPr txBox="1"/>
          <p:nvPr>
            <p:ph type="title"/>
          </p:nvPr>
        </p:nvSpPr>
        <p:spPr>
          <a:xfrm>
            <a:off x="5267250" y="1818150"/>
            <a:ext cx="6143700" cy="1297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889" name="Google Shape;889;p70"/>
          <p:cNvSpPr txBox="1"/>
          <p:nvPr>
            <p:ph idx="1" type="subTitle"/>
          </p:nvPr>
        </p:nvSpPr>
        <p:spPr>
          <a:xfrm>
            <a:off x="5267248" y="3228122"/>
            <a:ext cx="6143700" cy="530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you have any questions?</a:t>
            </a:r>
            <a:endParaRPr/>
          </a:p>
        </p:txBody>
      </p:sp>
      <p:sp>
        <p:nvSpPr>
          <p:cNvPr id="890" name="Google Shape;890;p70"/>
          <p:cNvSpPr/>
          <p:nvPr/>
        </p:nvSpPr>
        <p:spPr>
          <a:xfrm>
            <a:off x="10923928" y="6170890"/>
            <a:ext cx="181070" cy="392601"/>
          </a:xfrm>
          <a:custGeom>
            <a:rect b="b" l="l" r="r" t="t"/>
            <a:pathLst>
              <a:path extrusionOk="0" h="17146" w="7907">
                <a:moveTo>
                  <a:pt x="5538" y="0"/>
                </a:moveTo>
                <a:cubicBezTo>
                  <a:pt x="2969" y="0"/>
                  <a:pt x="1802" y="1134"/>
                  <a:pt x="1802" y="3303"/>
                </a:cubicBezTo>
                <a:lnTo>
                  <a:pt x="1802" y="5604"/>
                </a:lnTo>
                <a:lnTo>
                  <a:pt x="0" y="5604"/>
                </a:lnTo>
                <a:lnTo>
                  <a:pt x="0" y="8540"/>
                </a:lnTo>
                <a:lnTo>
                  <a:pt x="1802" y="8540"/>
                </a:lnTo>
                <a:lnTo>
                  <a:pt x="1802" y="17146"/>
                </a:lnTo>
                <a:lnTo>
                  <a:pt x="5238" y="17146"/>
                </a:lnTo>
                <a:lnTo>
                  <a:pt x="5238" y="8473"/>
                </a:lnTo>
                <a:lnTo>
                  <a:pt x="7673" y="8473"/>
                </a:lnTo>
                <a:lnTo>
                  <a:pt x="7906" y="5604"/>
                </a:lnTo>
                <a:lnTo>
                  <a:pt x="5238" y="5604"/>
                </a:lnTo>
                <a:lnTo>
                  <a:pt x="5238" y="3936"/>
                </a:lnTo>
                <a:cubicBezTo>
                  <a:pt x="5238" y="3269"/>
                  <a:pt x="5404" y="3002"/>
                  <a:pt x="6038" y="3002"/>
                </a:cubicBezTo>
                <a:lnTo>
                  <a:pt x="7906" y="3002"/>
                </a:lnTo>
                <a:lnTo>
                  <a:pt x="790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91" name="Google Shape;891;p70"/>
          <p:cNvGrpSpPr/>
          <p:nvPr/>
        </p:nvGrpSpPr>
        <p:grpSpPr>
          <a:xfrm>
            <a:off x="11457030" y="6161239"/>
            <a:ext cx="411849" cy="411917"/>
            <a:chOff x="5162200" y="4097750"/>
            <a:chExt cx="338385" cy="338414"/>
          </a:xfrm>
        </p:grpSpPr>
        <p:sp>
          <p:nvSpPr>
            <p:cNvPr id="892" name="Google Shape;892;p70"/>
            <p:cNvSpPr/>
            <p:nvPr/>
          </p:nvSpPr>
          <p:spPr>
            <a:xfrm>
              <a:off x="5162200" y="4097750"/>
              <a:ext cx="338385" cy="338414"/>
            </a:xfrm>
            <a:custGeom>
              <a:rect b="b" l="l" r="r" t="t"/>
              <a:pathLst>
                <a:path extrusionOk="0" h="11843" w="11842">
                  <a:moveTo>
                    <a:pt x="5938" y="1068"/>
                  </a:moveTo>
                  <a:cubicBezTo>
                    <a:pt x="7505" y="1068"/>
                    <a:pt x="7706" y="1068"/>
                    <a:pt x="8339" y="1101"/>
                  </a:cubicBezTo>
                  <a:cubicBezTo>
                    <a:pt x="8906" y="1135"/>
                    <a:pt x="9207" y="1201"/>
                    <a:pt x="9440" y="1301"/>
                  </a:cubicBezTo>
                  <a:cubicBezTo>
                    <a:pt x="9707" y="1401"/>
                    <a:pt x="9907" y="1535"/>
                    <a:pt x="10107" y="1735"/>
                  </a:cubicBezTo>
                  <a:cubicBezTo>
                    <a:pt x="10307" y="1935"/>
                    <a:pt x="10441" y="2135"/>
                    <a:pt x="10541" y="2435"/>
                  </a:cubicBezTo>
                  <a:cubicBezTo>
                    <a:pt x="10641" y="2636"/>
                    <a:pt x="10741" y="2936"/>
                    <a:pt x="10741" y="3536"/>
                  </a:cubicBezTo>
                  <a:cubicBezTo>
                    <a:pt x="10774" y="4137"/>
                    <a:pt x="10774" y="4337"/>
                    <a:pt x="10774" y="5905"/>
                  </a:cubicBezTo>
                  <a:cubicBezTo>
                    <a:pt x="10774" y="7506"/>
                    <a:pt x="10774" y="7706"/>
                    <a:pt x="10741" y="8306"/>
                  </a:cubicBezTo>
                  <a:cubicBezTo>
                    <a:pt x="10741" y="8907"/>
                    <a:pt x="10641" y="9207"/>
                    <a:pt x="10541" y="9407"/>
                  </a:cubicBezTo>
                  <a:cubicBezTo>
                    <a:pt x="10441" y="9707"/>
                    <a:pt x="10307" y="9907"/>
                    <a:pt x="10107" y="10108"/>
                  </a:cubicBezTo>
                  <a:cubicBezTo>
                    <a:pt x="9907" y="10308"/>
                    <a:pt x="9707" y="10441"/>
                    <a:pt x="9440" y="10541"/>
                  </a:cubicBezTo>
                  <a:cubicBezTo>
                    <a:pt x="9207" y="10608"/>
                    <a:pt x="8906" y="10708"/>
                    <a:pt x="8339" y="10741"/>
                  </a:cubicBezTo>
                  <a:cubicBezTo>
                    <a:pt x="7706" y="10775"/>
                    <a:pt x="7505" y="10775"/>
                    <a:pt x="5938" y="10775"/>
                  </a:cubicBezTo>
                  <a:cubicBezTo>
                    <a:pt x="4337" y="10775"/>
                    <a:pt x="4170" y="10775"/>
                    <a:pt x="3536" y="10741"/>
                  </a:cubicBezTo>
                  <a:cubicBezTo>
                    <a:pt x="2969" y="10708"/>
                    <a:pt x="2635" y="10608"/>
                    <a:pt x="2435" y="10541"/>
                  </a:cubicBezTo>
                  <a:cubicBezTo>
                    <a:pt x="2168" y="10441"/>
                    <a:pt x="1968" y="10308"/>
                    <a:pt x="1735" y="10108"/>
                  </a:cubicBezTo>
                  <a:cubicBezTo>
                    <a:pt x="1535" y="9874"/>
                    <a:pt x="1401" y="9674"/>
                    <a:pt x="1301" y="9407"/>
                  </a:cubicBezTo>
                  <a:cubicBezTo>
                    <a:pt x="1234" y="9207"/>
                    <a:pt x="1134" y="8907"/>
                    <a:pt x="1101" y="8306"/>
                  </a:cubicBezTo>
                  <a:cubicBezTo>
                    <a:pt x="1068" y="7706"/>
                    <a:pt x="1068" y="7506"/>
                    <a:pt x="1068" y="5905"/>
                  </a:cubicBezTo>
                  <a:cubicBezTo>
                    <a:pt x="1068" y="4337"/>
                    <a:pt x="1068" y="4137"/>
                    <a:pt x="1101" y="3536"/>
                  </a:cubicBezTo>
                  <a:cubicBezTo>
                    <a:pt x="1134" y="2936"/>
                    <a:pt x="1234" y="2636"/>
                    <a:pt x="1301" y="2435"/>
                  </a:cubicBezTo>
                  <a:cubicBezTo>
                    <a:pt x="1401" y="2135"/>
                    <a:pt x="1535" y="1935"/>
                    <a:pt x="1735" y="1735"/>
                  </a:cubicBezTo>
                  <a:cubicBezTo>
                    <a:pt x="1968" y="1535"/>
                    <a:pt x="2168" y="1401"/>
                    <a:pt x="2435" y="1301"/>
                  </a:cubicBezTo>
                  <a:cubicBezTo>
                    <a:pt x="2635" y="1235"/>
                    <a:pt x="2969" y="1135"/>
                    <a:pt x="3536" y="1101"/>
                  </a:cubicBezTo>
                  <a:cubicBezTo>
                    <a:pt x="4170" y="1068"/>
                    <a:pt x="4337" y="1068"/>
                    <a:pt x="5938" y="1068"/>
                  </a:cubicBezTo>
                  <a:close/>
                  <a:moveTo>
                    <a:pt x="5938" y="0"/>
                  </a:moveTo>
                  <a:cubicBezTo>
                    <a:pt x="4337" y="0"/>
                    <a:pt x="4103" y="0"/>
                    <a:pt x="3503" y="34"/>
                  </a:cubicBezTo>
                  <a:cubicBezTo>
                    <a:pt x="2869" y="67"/>
                    <a:pt x="2435" y="167"/>
                    <a:pt x="2035" y="301"/>
                  </a:cubicBezTo>
                  <a:cubicBezTo>
                    <a:pt x="1668" y="467"/>
                    <a:pt x="1334" y="668"/>
                    <a:pt x="1001" y="1001"/>
                  </a:cubicBezTo>
                  <a:cubicBezTo>
                    <a:pt x="667" y="1335"/>
                    <a:pt x="467" y="1635"/>
                    <a:pt x="300" y="2035"/>
                  </a:cubicBezTo>
                  <a:cubicBezTo>
                    <a:pt x="167" y="2402"/>
                    <a:pt x="67" y="2836"/>
                    <a:pt x="33" y="3470"/>
                  </a:cubicBezTo>
                  <a:cubicBezTo>
                    <a:pt x="0" y="4103"/>
                    <a:pt x="0" y="4303"/>
                    <a:pt x="0" y="5938"/>
                  </a:cubicBezTo>
                  <a:cubicBezTo>
                    <a:pt x="0" y="7539"/>
                    <a:pt x="0" y="7739"/>
                    <a:pt x="33" y="8373"/>
                  </a:cubicBezTo>
                  <a:cubicBezTo>
                    <a:pt x="67" y="9007"/>
                    <a:pt x="167" y="9440"/>
                    <a:pt x="300" y="9807"/>
                  </a:cubicBezTo>
                  <a:cubicBezTo>
                    <a:pt x="467" y="10208"/>
                    <a:pt x="667" y="10541"/>
                    <a:pt x="1001" y="10841"/>
                  </a:cubicBezTo>
                  <a:cubicBezTo>
                    <a:pt x="1334" y="11175"/>
                    <a:pt x="1668" y="11375"/>
                    <a:pt x="2035" y="11542"/>
                  </a:cubicBezTo>
                  <a:cubicBezTo>
                    <a:pt x="2435" y="11675"/>
                    <a:pt x="2869" y="11775"/>
                    <a:pt x="3503" y="11809"/>
                  </a:cubicBezTo>
                  <a:cubicBezTo>
                    <a:pt x="4103" y="11842"/>
                    <a:pt x="4337" y="11842"/>
                    <a:pt x="5938" y="11842"/>
                  </a:cubicBezTo>
                  <a:cubicBezTo>
                    <a:pt x="7539" y="11842"/>
                    <a:pt x="7739" y="11842"/>
                    <a:pt x="8373" y="11809"/>
                  </a:cubicBezTo>
                  <a:cubicBezTo>
                    <a:pt x="9007" y="11775"/>
                    <a:pt x="9440" y="11675"/>
                    <a:pt x="9807" y="11542"/>
                  </a:cubicBezTo>
                  <a:cubicBezTo>
                    <a:pt x="10207" y="11375"/>
                    <a:pt x="10541" y="11175"/>
                    <a:pt x="10875" y="10841"/>
                  </a:cubicBezTo>
                  <a:cubicBezTo>
                    <a:pt x="11208" y="10508"/>
                    <a:pt x="11408" y="10208"/>
                    <a:pt x="11542" y="9807"/>
                  </a:cubicBezTo>
                  <a:cubicBezTo>
                    <a:pt x="11708" y="9440"/>
                    <a:pt x="11775" y="9007"/>
                    <a:pt x="11809" y="8373"/>
                  </a:cubicBezTo>
                  <a:cubicBezTo>
                    <a:pt x="11842" y="7739"/>
                    <a:pt x="11842" y="7539"/>
                    <a:pt x="11842" y="5938"/>
                  </a:cubicBezTo>
                  <a:cubicBezTo>
                    <a:pt x="11842" y="4303"/>
                    <a:pt x="11842" y="4103"/>
                    <a:pt x="11809" y="3470"/>
                  </a:cubicBezTo>
                  <a:cubicBezTo>
                    <a:pt x="11809" y="2836"/>
                    <a:pt x="11708" y="2402"/>
                    <a:pt x="11542" y="2035"/>
                  </a:cubicBezTo>
                  <a:cubicBezTo>
                    <a:pt x="11408" y="1668"/>
                    <a:pt x="11175" y="1301"/>
                    <a:pt x="10875" y="1001"/>
                  </a:cubicBezTo>
                  <a:cubicBezTo>
                    <a:pt x="10541" y="668"/>
                    <a:pt x="10207" y="467"/>
                    <a:pt x="9807" y="301"/>
                  </a:cubicBezTo>
                  <a:cubicBezTo>
                    <a:pt x="9440" y="167"/>
                    <a:pt x="9007" y="67"/>
                    <a:pt x="8373" y="34"/>
                  </a:cubicBezTo>
                  <a:cubicBezTo>
                    <a:pt x="7739" y="0"/>
                    <a:pt x="7539" y="0"/>
                    <a:pt x="59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70"/>
            <p:cNvSpPr/>
            <p:nvPr/>
          </p:nvSpPr>
          <p:spPr>
            <a:xfrm>
              <a:off x="5245127" y="4179731"/>
              <a:ext cx="173507" cy="174450"/>
            </a:xfrm>
            <a:custGeom>
              <a:rect b="b" l="l" r="r" t="t"/>
              <a:pathLst>
                <a:path extrusionOk="0" h="6105" w="6072">
                  <a:moveTo>
                    <a:pt x="3036" y="1068"/>
                  </a:moveTo>
                  <a:cubicBezTo>
                    <a:pt x="4136" y="1068"/>
                    <a:pt x="5004" y="1968"/>
                    <a:pt x="5004" y="3036"/>
                  </a:cubicBezTo>
                  <a:cubicBezTo>
                    <a:pt x="5004" y="4136"/>
                    <a:pt x="4136" y="5037"/>
                    <a:pt x="3036" y="5037"/>
                  </a:cubicBezTo>
                  <a:cubicBezTo>
                    <a:pt x="1935" y="5037"/>
                    <a:pt x="1068" y="4136"/>
                    <a:pt x="1068" y="3036"/>
                  </a:cubicBezTo>
                  <a:cubicBezTo>
                    <a:pt x="1068" y="1968"/>
                    <a:pt x="1935" y="1068"/>
                    <a:pt x="3036" y="1068"/>
                  </a:cubicBezTo>
                  <a:close/>
                  <a:moveTo>
                    <a:pt x="3036" y="0"/>
                  </a:moveTo>
                  <a:cubicBezTo>
                    <a:pt x="1334" y="0"/>
                    <a:pt x="0" y="1368"/>
                    <a:pt x="0" y="3036"/>
                  </a:cubicBezTo>
                  <a:cubicBezTo>
                    <a:pt x="0" y="4737"/>
                    <a:pt x="1334" y="6104"/>
                    <a:pt x="3036" y="6104"/>
                  </a:cubicBezTo>
                  <a:cubicBezTo>
                    <a:pt x="4704" y="6104"/>
                    <a:pt x="6071" y="4737"/>
                    <a:pt x="6071" y="3036"/>
                  </a:cubicBezTo>
                  <a:cubicBezTo>
                    <a:pt x="6071" y="1368"/>
                    <a:pt x="4704" y="0"/>
                    <a:pt x="30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70"/>
            <p:cNvSpPr/>
            <p:nvPr/>
          </p:nvSpPr>
          <p:spPr>
            <a:xfrm>
              <a:off x="5401436" y="4155900"/>
              <a:ext cx="41034" cy="41005"/>
            </a:xfrm>
            <a:custGeom>
              <a:rect b="b" l="l" r="r" t="t"/>
              <a:pathLst>
                <a:path extrusionOk="0" h="1435" w="1436">
                  <a:moveTo>
                    <a:pt x="735" y="0"/>
                  </a:moveTo>
                  <a:cubicBezTo>
                    <a:pt x="334" y="0"/>
                    <a:pt x="1" y="334"/>
                    <a:pt x="1" y="734"/>
                  </a:cubicBezTo>
                  <a:cubicBezTo>
                    <a:pt x="1" y="1101"/>
                    <a:pt x="334" y="1435"/>
                    <a:pt x="735" y="1435"/>
                  </a:cubicBezTo>
                  <a:cubicBezTo>
                    <a:pt x="1135" y="1435"/>
                    <a:pt x="1435" y="1101"/>
                    <a:pt x="1435" y="734"/>
                  </a:cubicBezTo>
                  <a:cubicBezTo>
                    <a:pt x="1435" y="334"/>
                    <a:pt x="1102" y="0"/>
                    <a:pt x="7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5" name="Google Shape;895;p70"/>
          <p:cNvSpPr/>
          <p:nvPr/>
        </p:nvSpPr>
        <p:spPr>
          <a:xfrm>
            <a:off x="10191038" y="6212273"/>
            <a:ext cx="380848" cy="309834"/>
          </a:xfrm>
          <a:custGeom>
            <a:rect b="b" l="l" r="r" t="t"/>
            <a:pathLst>
              <a:path extrusionOk="0" h="13378" w="16446">
                <a:moveTo>
                  <a:pt x="11375" y="1"/>
                </a:moveTo>
                <a:cubicBezTo>
                  <a:pt x="9207" y="1"/>
                  <a:pt x="7606" y="2036"/>
                  <a:pt x="8106" y="4137"/>
                </a:cubicBezTo>
                <a:cubicBezTo>
                  <a:pt x="5304" y="4004"/>
                  <a:pt x="2802" y="2669"/>
                  <a:pt x="1135" y="635"/>
                </a:cubicBezTo>
                <a:lnTo>
                  <a:pt x="1135" y="635"/>
                </a:lnTo>
                <a:cubicBezTo>
                  <a:pt x="267" y="2136"/>
                  <a:pt x="701" y="4137"/>
                  <a:pt x="2202" y="5138"/>
                </a:cubicBezTo>
                <a:cubicBezTo>
                  <a:pt x="1635" y="5104"/>
                  <a:pt x="1135" y="4971"/>
                  <a:pt x="668" y="4704"/>
                </a:cubicBezTo>
                <a:lnTo>
                  <a:pt x="668" y="4704"/>
                </a:lnTo>
                <a:cubicBezTo>
                  <a:pt x="634" y="6272"/>
                  <a:pt x="1735" y="7740"/>
                  <a:pt x="3370" y="8040"/>
                </a:cubicBezTo>
                <a:cubicBezTo>
                  <a:pt x="3087" y="8121"/>
                  <a:pt x="2780" y="8165"/>
                  <a:pt x="2463" y="8165"/>
                </a:cubicBezTo>
                <a:cubicBezTo>
                  <a:pt x="2256" y="8165"/>
                  <a:pt x="2046" y="8146"/>
                  <a:pt x="1835" y="8107"/>
                </a:cubicBezTo>
                <a:lnTo>
                  <a:pt x="1835" y="8107"/>
                </a:lnTo>
                <a:cubicBezTo>
                  <a:pt x="2269" y="9441"/>
                  <a:pt x="3503" y="10408"/>
                  <a:pt x="5004" y="10442"/>
                </a:cubicBezTo>
                <a:cubicBezTo>
                  <a:pt x="3785" y="11406"/>
                  <a:pt x="2325" y="11888"/>
                  <a:pt x="808" y="11888"/>
                </a:cubicBezTo>
                <a:cubicBezTo>
                  <a:pt x="540" y="11888"/>
                  <a:pt x="271" y="11873"/>
                  <a:pt x="0" y="11843"/>
                </a:cubicBezTo>
                <a:lnTo>
                  <a:pt x="0" y="11843"/>
                </a:lnTo>
                <a:cubicBezTo>
                  <a:pt x="1502" y="12810"/>
                  <a:pt x="3269" y="13377"/>
                  <a:pt x="5171" y="13377"/>
                </a:cubicBezTo>
                <a:cubicBezTo>
                  <a:pt x="11442" y="13377"/>
                  <a:pt x="14978" y="8073"/>
                  <a:pt x="14744" y="3337"/>
                </a:cubicBezTo>
                <a:cubicBezTo>
                  <a:pt x="15411" y="2870"/>
                  <a:pt x="15979" y="2269"/>
                  <a:pt x="16446" y="1602"/>
                </a:cubicBezTo>
                <a:lnTo>
                  <a:pt x="16446" y="1602"/>
                </a:lnTo>
                <a:cubicBezTo>
                  <a:pt x="15812" y="1869"/>
                  <a:pt x="15178" y="2036"/>
                  <a:pt x="14511" y="2136"/>
                </a:cubicBezTo>
                <a:cubicBezTo>
                  <a:pt x="15178" y="1702"/>
                  <a:pt x="15712" y="1035"/>
                  <a:pt x="15979" y="268"/>
                </a:cubicBezTo>
                <a:lnTo>
                  <a:pt x="15979" y="268"/>
                </a:lnTo>
                <a:cubicBezTo>
                  <a:pt x="15311" y="635"/>
                  <a:pt x="14611" y="935"/>
                  <a:pt x="13844" y="1068"/>
                </a:cubicBezTo>
                <a:cubicBezTo>
                  <a:pt x="13210" y="434"/>
                  <a:pt x="12343" y="1"/>
                  <a:pt x="1137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idesMania Template">
  <a:themeElements>
    <a:clrScheme name="Simple Light">
      <a:dk1>
        <a:srgbClr val="481F48"/>
      </a:dk1>
      <a:lt1>
        <a:srgbClr val="FCECDE"/>
      </a:lt1>
      <a:dk2>
        <a:srgbClr val="0B032D"/>
      </a:dk2>
      <a:lt2>
        <a:srgbClr val="EEEEEE"/>
      </a:lt2>
      <a:accent1>
        <a:srgbClr val="0B032D"/>
      </a:accent1>
      <a:accent2>
        <a:srgbClr val="481F48"/>
      </a:accent2>
      <a:accent3>
        <a:srgbClr val="843B62"/>
      </a:accent3>
      <a:accent4>
        <a:srgbClr val="F67E7D"/>
      </a:accent4>
      <a:accent5>
        <a:srgbClr val="FFB997"/>
      </a:accent5>
      <a:accent6>
        <a:srgbClr val="FB9C8A"/>
      </a:accent6>
      <a:hlink>
        <a:srgbClr val="F67E7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